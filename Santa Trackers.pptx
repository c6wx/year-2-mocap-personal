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3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867E9-3F39-2C78-6686-4D38BB28C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01E60-7C10-1760-8D05-D985314D54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2E37D-2CDE-298E-A293-ADE146C3F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E5AD6-2746-A281-22A4-7E5E18DF4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1A2EA-ADD5-7147-6E98-1804999B4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4655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CD569-4DBA-39EB-EF62-81AC97621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997BCE-9BD3-2581-6A4D-3014474D3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4BFC4-BA74-8E1F-EF11-D3FAE58D6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2C435-445A-4814-39B2-34979FA49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72F0-5B5C-B6D6-E7E8-8E92F1D13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393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A6E8A-162D-25C6-0C42-BFDE8D3B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C6A954-E536-F0D0-099A-0FD646B21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AAC74-C5DF-1D69-818E-63611379F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C1B93-DFCB-00A2-7102-2B110BC31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6CC23-FE77-70E6-FA5A-186A1B62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2967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CF1EF-4FE3-9DD0-7EB0-BF71228C9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C4ED2-7A9C-0A7A-A22A-F6518DC20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E009A3-E81A-0510-F93B-3DAF356F1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4FB3E9-1481-4D88-CF27-68194D2A2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E1E3F0-0945-55AF-D575-DEFD4DF8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4C18F-EA1E-1D3D-6FF7-E66BB69F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331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6C1E4-EB0A-0EDD-66C3-F497F8886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6A1B8-0E67-E057-0E64-B7B2386211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E988F0-9B75-8BF0-04C1-76D7E4443C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025F70-639A-106F-A3EF-1875976262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1E670-3549-E1CC-E8DC-662D1863B8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FF8992-B0E9-17A4-EDC2-5FB4E00FE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670FD4-BCD5-A236-75EF-342C50609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7A00B7-B457-4F48-6232-BC0B58295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7168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099F9-E35E-D961-C7D1-6C438D428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B2130C-58E9-9AA4-70C8-F6ACFCECB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FEBB2D-80AE-4F76-5B91-1116325CA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D0E10-EBBB-5503-24FA-32B0FE2E8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953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820BA0-0D47-5CF1-58A4-B411D5F79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9BA536-59A2-E88C-C1EF-7C6E70C1A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79009-6639-91D5-A9F9-85D6F105B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5578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F99CA-AB40-0E04-899C-6294F60A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44D5-DF0B-DCB6-B641-11C1D8514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27BB39-90E0-890E-E5B0-0ACE6B9D2A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A5AE4D-14BD-4723-1B60-07D3E0D9C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74ABFF-9211-C96C-CD67-42A5EF8C9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70FFF5-4D9F-B476-0EC9-C79557374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129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E834A-D169-BDFF-4486-67A95C13A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D2FA4-2BB9-B033-1A1F-14D53B86B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87321E-B055-1EE9-DC2B-403D5BBBA2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F4F7FA-A64A-7C3E-54F5-C06292CDF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FF85E-3E61-6F0D-4E31-BD66E869E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620B3-8841-CCC5-9819-DFDAD85CF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563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6DFF3-7D58-011B-DA3A-217978548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08082D-998E-74E9-7569-2F2A941E8B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FAD87-1B71-67FB-F481-9A800E61D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313F31-6BC0-7BED-9B82-4B35280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5FF02-2688-F5EA-A759-7D2265251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2815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0722F-D553-F259-A6BC-282297D0A8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5FA761-F87B-6A82-183C-E0339AEC4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217D82-5A48-89CB-9FAC-09865CB55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90B74-17C4-1AE5-7643-783D4B31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834C9-9C31-EF0E-6322-D681C315B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235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70190A-F04D-3DB2-5B01-3B83040A4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E0137C-9024-C83B-CC58-07ED7B5E8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70892-563E-93C6-DFD1-7961D8C0FE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9470C-BE70-D137-90F5-6B9305B1D6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AD9FC-AAF8-D81C-BA21-9ABE1F5A0E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9090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47766EE-4192-4B2D-A5A0-F60F9A5F7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613CBF-DF4D-881D-1BAF-9C42C233A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4" name="Graphic 1">
            <a:extLst>
              <a:ext uri="{FF2B5EF4-FFF2-40B4-BE49-F238E27FC236}">
                <a16:creationId xmlns:a16="http://schemas.microsoft.com/office/drawing/2014/main" id="{D6705569-F545-4F47-A260-A9202826E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7B6A0-8B4F-70B7-4055-7628E464CA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en-GB" sz="4400" dirty="0"/>
              <a:t>Santa Trackers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4F0F23-33AE-E021-FD7D-3837BA99E1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>
            <a:normAutofit fontScale="92500" lnSpcReduction="10000"/>
          </a:bodyPr>
          <a:lstStyle/>
          <a:p>
            <a:r>
              <a:rPr lang="en-GB" sz="1800" dirty="0"/>
              <a:t>Motion Capture Technologies</a:t>
            </a:r>
          </a:p>
          <a:p>
            <a:r>
              <a:rPr lang="en-GB" sz="1800" dirty="0"/>
              <a:t>Made By </a:t>
            </a:r>
          </a:p>
          <a:p>
            <a:r>
              <a:rPr lang="en-GB" sz="1800" dirty="0"/>
              <a:t>Callum Wade </a:t>
            </a:r>
          </a:p>
          <a:p>
            <a:r>
              <a:rPr lang="en-GB" sz="1800" dirty="0"/>
              <a:t>2404781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3555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ECEB4-BABF-80F7-733F-72B43BA3ED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052"/>
          <a:stretch>
            <a:fillRect/>
          </a:stretch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941813"/>
            <a:ext cx="12188952" cy="1828800"/>
            <a:chOff x="-305" y="3144820"/>
            <a:chExt cx="9182100" cy="1551136"/>
          </a:xfrm>
        </p:grpSpPr>
        <p:sp useBgFill="1">
          <p:nvSpPr>
            <p:cNvPr id="13" name="Freeform: Shape 12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7BDA79B-C30D-4A10-0B55-FE3C1C2B7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8388" y="3597164"/>
            <a:ext cx="10592174" cy="1000655"/>
          </a:xfrm>
        </p:spPr>
        <p:txBody>
          <a:bodyPr anchor="t">
            <a:normAutofit/>
          </a:bodyPr>
          <a:lstStyle/>
          <a:p>
            <a:r>
              <a:rPr lang="en-GB" sz="4000" dirty="0">
                <a:solidFill>
                  <a:schemeClr val="tx2"/>
                </a:solidFill>
              </a:rPr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3059131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E62931-8EB4-42BB-BAAB-D8757BE66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2CAE2A-934C-8239-DAD9-D5F89A1CA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7461" y="385482"/>
            <a:ext cx="4984813" cy="896472"/>
          </a:xfrm>
          <a:noFill/>
        </p:spPr>
        <p:txBody>
          <a:bodyPr>
            <a:normAutofit/>
          </a:bodyPr>
          <a:lstStyle/>
          <a:p>
            <a:pPr algn="l"/>
            <a:endParaRPr lang="en-GB" sz="5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832669-9C49-97C9-18D8-03A383E57C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7461" y="1353671"/>
            <a:ext cx="4984813" cy="4775663"/>
          </a:xfrm>
          <a:noFill/>
        </p:spPr>
        <p:txBody>
          <a:bodyPr>
            <a:normAutofit/>
          </a:bodyPr>
          <a:lstStyle/>
          <a:p>
            <a:pPr algn="l"/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CA61CE-2ACB-6566-8E2A-897C59794C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323"/>
          <a:stretch>
            <a:fillRect/>
          </a:stretch>
        </p:blipFill>
        <p:spPr>
          <a:xfrm>
            <a:off x="1" y="10"/>
            <a:ext cx="600551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31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37F74-527A-8228-024B-FE7A399F8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6143D7-C247-6347-0F09-A06237CEA7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052"/>
          <a:stretch>
            <a:fillRect/>
          </a:stretch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856CAB8-50F7-0B1F-3EDB-7C44B107F7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8388" y="3597164"/>
            <a:ext cx="10592174" cy="1000655"/>
          </a:xfrm>
        </p:spPr>
        <p:txBody>
          <a:bodyPr anchor="t">
            <a:normAutofit/>
          </a:bodyPr>
          <a:lstStyle/>
          <a:p>
            <a:r>
              <a:rPr lang="en-GB" sz="4000" dirty="0">
                <a:solidFill>
                  <a:schemeClr val="tx2"/>
                </a:solidFill>
              </a:rPr>
              <a:t>Motion Capture</a:t>
            </a:r>
          </a:p>
        </p:txBody>
      </p:sp>
    </p:spTree>
    <p:extLst>
      <p:ext uri="{BB962C8B-B14F-4D97-AF65-F5344CB8AC3E}">
        <p14:creationId xmlns:p14="http://schemas.microsoft.com/office/powerpoint/2010/main" val="777982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336D1-863C-A9DF-C7C3-1161F17DA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BA7CD-AA37-49F4-53F0-06A0E7702A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7461" y="385482"/>
            <a:ext cx="4984813" cy="896472"/>
          </a:xfrm>
          <a:noFill/>
        </p:spPr>
        <p:txBody>
          <a:bodyPr>
            <a:normAutofit/>
          </a:bodyPr>
          <a:lstStyle/>
          <a:p>
            <a:pPr algn="l"/>
            <a:endParaRPr lang="en-GB" sz="5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6A4695-8F92-D73E-70F5-CD54824736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7461" y="1353671"/>
            <a:ext cx="4984813" cy="4775663"/>
          </a:xfrm>
          <a:noFill/>
        </p:spPr>
        <p:txBody>
          <a:bodyPr>
            <a:normAutofit/>
          </a:bodyPr>
          <a:lstStyle/>
          <a:p>
            <a:pPr algn="l"/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D1C789-4A1C-D6A0-67EC-502E76B9EA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323"/>
          <a:stretch>
            <a:fillRect/>
          </a:stretch>
        </p:blipFill>
        <p:spPr>
          <a:xfrm>
            <a:off x="1" y="10"/>
            <a:ext cx="600551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41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EB88-5678-49FC-4DFD-BC3705345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59A5F2-BDE2-15CB-0830-1BFB47CC32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052"/>
          <a:stretch>
            <a:fillRect/>
          </a:stretch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CDBE5-150F-602C-9155-D47E1CE1A8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8388" y="3597164"/>
            <a:ext cx="10592174" cy="1000655"/>
          </a:xfrm>
        </p:spPr>
        <p:txBody>
          <a:bodyPr anchor="t">
            <a:normAutofit/>
          </a:bodyPr>
          <a:lstStyle/>
          <a:p>
            <a:r>
              <a:rPr lang="en-GB" sz="4000" dirty="0">
                <a:solidFill>
                  <a:schemeClr val="tx2"/>
                </a:solidFill>
              </a:rPr>
              <a:t>Scene Building</a:t>
            </a:r>
          </a:p>
        </p:txBody>
      </p:sp>
    </p:spTree>
    <p:extLst>
      <p:ext uri="{BB962C8B-B14F-4D97-AF65-F5344CB8AC3E}">
        <p14:creationId xmlns:p14="http://schemas.microsoft.com/office/powerpoint/2010/main" val="4062081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D30FD-44B5-9F07-B5D5-9AD3C65FD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01462-51C4-9187-296B-52EDACE9A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7461" y="385482"/>
            <a:ext cx="4984813" cy="896472"/>
          </a:xfrm>
          <a:noFill/>
        </p:spPr>
        <p:txBody>
          <a:bodyPr>
            <a:normAutofit/>
          </a:bodyPr>
          <a:lstStyle/>
          <a:p>
            <a:pPr algn="l"/>
            <a:endParaRPr lang="en-GB" sz="5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FCCC1C-DE89-D2B4-DA3F-C70B877148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7461" y="1353671"/>
            <a:ext cx="4984813" cy="4775663"/>
          </a:xfrm>
          <a:noFill/>
        </p:spPr>
        <p:txBody>
          <a:bodyPr>
            <a:normAutofit/>
          </a:bodyPr>
          <a:lstStyle/>
          <a:p>
            <a:pPr algn="l"/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5BCB9A-133B-4C70-F18B-6D588B7146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323"/>
          <a:stretch>
            <a:fillRect/>
          </a:stretch>
        </p:blipFill>
        <p:spPr>
          <a:xfrm>
            <a:off x="1" y="10"/>
            <a:ext cx="600551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196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48139-486E-291C-4A17-E45481DE2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F21475-E02D-A86E-0097-FB2A2EF3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052"/>
          <a:stretch>
            <a:fillRect/>
          </a:stretch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39DB99-D7CC-8CD3-3F4D-5BCB49CCC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8388" y="3597164"/>
            <a:ext cx="10592174" cy="1000655"/>
          </a:xfrm>
        </p:spPr>
        <p:txBody>
          <a:bodyPr anchor="t">
            <a:normAutofit/>
          </a:bodyPr>
          <a:lstStyle/>
          <a:p>
            <a:r>
              <a:rPr lang="en-GB" sz="4000" dirty="0">
                <a:solidFill>
                  <a:schemeClr val="tx2"/>
                </a:solidFill>
              </a:rPr>
              <a:t>Final Result</a:t>
            </a:r>
          </a:p>
        </p:txBody>
      </p:sp>
    </p:spTree>
    <p:extLst>
      <p:ext uri="{BB962C8B-B14F-4D97-AF65-F5344CB8AC3E}">
        <p14:creationId xmlns:p14="http://schemas.microsoft.com/office/powerpoint/2010/main" val="2545461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375DD-CD7B-D456-AE97-83F4BE264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95E09-BF89-B3AB-FA3C-3DF1510B77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7461" y="385482"/>
            <a:ext cx="4984813" cy="896472"/>
          </a:xfrm>
          <a:noFill/>
        </p:spPr>
        <p:txBody>
          <a:bodyPr>
            <a:normAutofit/>
          </a:bodyPr>
          <a:lstStyle/>
          <a:p>
            <a:pPr algn="l"/>
            <a:endParaRPr lang="en-GB" sz="5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C26B6C-ACBF-DFE4-34B8-9B6B73E27B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7461" y="1353671"/>
            <a:ext cx="4984813" cy="4775663"/>
          </a:xfrm>
          <a:noFill/>
        </p:spPr>
        <p:txBody>
          <a:bodyPr>
            <a:normAutofit/>
          </a:bodyPr>
          <a:lstStyle/>
          <a:p>
            <a:pPr algn="l"/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D43DBB-2DA7-8663-64A2-0A85EEC7D0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323"/>
          <a:stretch>
            <a:fillRect/>
          </a:stretch>
        </p:blipFill>
        <p:spPr>
          <a:xfrm>
            <a:off x="1" y="10"/>
            <a:ext cx="600551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109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17</Words>
  <Application>Microsoft Office PowerPoint</Application>
  <PresentationFormat>Widescreen</PresentationFormat>
  <Paragraphs>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Santa Trackers</vt:lpstr>
      <vt:lpstr>Research</vt:lpstr>
      <vt:lpstr>PowerPoint Presentation</vt:lpstr>
      <vt:lpstr>Motion Capture</vt:lpstr>
      <vt:lpstr>PowerPoint Presentation</vt:lpstr>
      <vt:lpstr>Scene Building</vt:lpstr>
      <vt:lpstr>PowerPoint Presentation</vt:lpstr>
      <vt:lpstr>Final Result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2404781 Callum Wade</dc:creator>
  <cp:lastModifiedBy>2404781 Callum Wade</cp:lastModifiedBy>
  <cp:revision>3</cp:revision>
  <dcterms:created xsi:type="dcterms:W3CDTF">2026-01-18T15:55:39Z</dcterms:created>
  <dcterms:modified xsi:type="dcterms:W3CDTF">2026-01-18T17:19:33Z</dcterms:modified>
</cp:coreProperties>
</file>