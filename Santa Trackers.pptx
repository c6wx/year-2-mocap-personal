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5" r:id="rId9"/>
    <p:sldId id="266" r:id="rId10"/>
    <p:sldId id="261" r:id="rId11"/>
    <p:sldId id="264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67E9-3F39-2C78-6686-4D38BB28C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01E60-7C10-1760-8D05-D985314D5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2E37D-2CDE-298E-A293-ADE146C3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E5AD6-2746-A281-22A4-7E5E18DF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A2EA-ADD5-7147-6E98-1804999B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65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D569-4DBA-39EB-EF62-81AC9762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97BCE-9BD3-2581-6A4D-3014474D3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4BFC4-BA74-8E1F-EF11-D3FAE58D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2C435-445A-4814-39B2-34979FA4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372F0-5B5C-B6D6-E7E8-8E92F1D1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3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6E8A-162D-25C6-0C42-BFDE8D3B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6A954-E536-F0D0-099A-0FD646B21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AAC74-C5DF-1D69-818E-63611379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C1B93-DFCB-00A2-7102-2B110BC3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6CC23-FE77-70E6-FA5A-186A1B62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96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F1EF-4FE3-9DD0-7EB0-BF71228C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4ED2-7A9C-0A7A-A22A-F6518DC20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009A3-E81A-0510-F93B-3DAF356F1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FB3E9-1481-4D88-CF27-68194D2A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1E3F0-0945-55AF-D575-DEFD4DF8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4C18F-EA1E-1D3D-6FF7-E66BB69F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3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C1E4-EB0A-0EDD-66C3-F497F888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6A1B8-0E67-E057-0E64-B7B238621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988F0-9B75-8BF0-04C1-76D7E4443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025F70-639A-106F-A3EF-187597626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1E670-3549-E1CC-E8DC-662D1863B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F8992-B0E9-17A4-EDC2-5FB4E00F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70FD4-BCD5-A236-75EF-342C5060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A00B7-B457-4F48-6232-BC0B5829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16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99F9-E35E-D961-C7D1-6C438D42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2130C-58E9-9AA4-70C8-F6ACFCECB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EBB2D-80AE-4F76-5B91-1116325C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D0E10-EBBB-5503-24FA-32B0FE2E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53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20BA0-0D47-5CF1-58A4-B411D5F7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BA536-59A2-E88C-C1EF-7C6E70C1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79009-6639-91D5-A9F9-85D6F105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57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99CA-AB40-0E04-899C-6294F60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44D5-DF0B-DCB6-B641-11C1D8514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7BB39-90E0-890E-E5B0-0ACE6B9D2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5AE4D-14BD-4723-1B60-07D3E0D9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4ABFF-9211-C96C-CD67-42A5EF8C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0FFF5-4D9F-B476-0EC9-C7955737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29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834A-D169-BDFF-4486-67A95C13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D2FA4-2BB9-B033-1A1F-14D53B86B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7321E-B055-1EE9-DC2B-403D5BBBA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4F7FA-A64A-7C3E-54F5-C06292C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FF85E-3E61-6F0D-4E31-BD66E869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620B3-8841-CCC5-9819-DFDAD85C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6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DFF3-7D58-011B-DA3A-21797854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8082D-998E-74E9-7569-2F2A941E8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FAD87-1B71-67FB-F481-9A800E61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13F31-6BC0-7BED-9B82-4B35280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5FF02-2688-F5EA-A759-7D226525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81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0722F-D553-F259-A6BC-282297D0A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FA761-F87B-6A82-183C-E0339AEC4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17D82-5A48-89CB-9FAC-09865CB5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0B74-17C4-1AE5-7643-783D4B31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34C9-9C31-EF0E-6322-D681C315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3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0190A-F04D-3DB2-5B01-3B83040A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137C-9024-C83B-CC58-07ED7B5E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70892-563E-93C6-DFD1-7961D8C0F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ECC06-1CBC-4C32-B29E-C85A538AD44A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9470C-BE70-D137-90F5-6B9305B1D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AD9FC-AAF8-D81C-BA21-9ABE1F5A0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EF874-66AB-4413-8E7A-534DCD1285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09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13CBF-DF4D-881D-1BAF-9C42C233A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7B6A0-8B4F-70B7-4055-7628E464C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GB" sz="4400" dirty="0"/>
              <a:t>Santa Trackers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F0F23-33AE-E021-FD7D-3837BA99E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Motion Capture Technologies</a:t>
            </a:r>
          </a:p>
          <a:p>
            <a:r>
              <a:rPr lang="en-GB" sz="1800" dirty="0"/>
              <a:t>Made By </a:t>
            </a:r>
          </a:p>
          <a:p>
            <a:r>
              <a:rPr lang="en-GB" sz="1800" dirty="0"/>
              <a:t>Callum Wade </a:t>
            </a:r>
          </a:p>
          <a:p>
            <a:r>
              <a:rPr lang="en-GB" sz="1800" dirty="0"/>
              <a:t>2404781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555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ECEB4-BABF-80F7-733F-72B43BA3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BDA79B-C30D-4A10-0B55-FE3C1C2B7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05913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AE2A-934C-8239-DAD9-D5F89A1CA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32669-9C49-97C9-18D8-03A383E57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CA61CE-2ACB-6566-8E2A-897C5979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3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7F74-527A-8228-024B-FE7A399F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6143D7-C247-6347-0F09-A06237CEA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6CAB8-50F7-0B1F-3EDB-7C44B107F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Motion Capture</a:t>
            </a:r>
          </a:p>
        </p:txBody>
      </p:sp>
    </p:spTree>
    <p:extLst>
      <p:ext uri="{BB962C8B-B14F-4D97-AF65-F5344CB8AC3E}">
        <p14:creationId xmlns:p14="http://schemas.microsoft.com/office/powerpoint/2010/main" val="77798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36D1-863C-A9DF-C7C3-1161F17D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A7CD-AA37-49F4-53F0-06A0E7702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A4695-8F92-D73E-70F5-CD5482473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1C789-4A1C-D6A0-67EC-502E76B9E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4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EB88-5678-49FC-4DFD-BC370534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59A5F2-BDE2-15CB-0830-1BFB47CC3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CDBE5-150F-602C-9155-D47E1CE1A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Scene Building</a:t>
            </a:r>
          </a:p>
        </p:txBody>
      </p:sp>
    </p:spTree>
    <p:extLst>
      <p:ext uri="{BB962C8B-B14F-4D97-AF65-F5344CB8AC3E}">
        <p14:creationId xmlns:p14="http://schemas.microsoft.com/office/powerpoint/2010/main" val="406208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30FD-44B5-9F07-B5D5-9AD3C65F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1462-51C4-9187-296B-52EDACE9A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CCC1C-DE89-D2B4-DA3F-C70B87714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BCB9A-133B-4C70-F18B-6D588B714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9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5055-5DC2-6EDB-8289-EE3A650C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18C67-8AB8-821B-1E0B-358E32E5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06C9DD-D2F4-1ACB-D72A-05B13AC99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Technical Art</a:t>
            </a:r>
          </a:p>
        </p:txBody>
      </p:sp>
    </p:spTree>
    <p:extLst>
      <p:ext uri="{BB962C8B-B14F-4D97-AF65-F5344CB8AC3E}">
        <p14:creationId xmlns:p14="http://schemas.microsoft.com/office/powerpoint/2010/main" val="62756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3D4F7-AE6B-192A-EDFE-E3927124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95BC-3D38-B342-FCB0-B6F57819A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6F51E-021F-E15C-926C-D818FFBD0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9DBF9-E842-C8FF-03FF-1A5CAAD1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4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8139-486E-291C-4A17-E45481DE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F21475-E02D-A86E-0097-FB2A2EF3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39DB99-D7CC-8CD3-3F4D-5BCB49CCC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254546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75DD-CD7B-D456-AE97-83F4BE26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5E09-BF89-B3AB-FA3C-3DF1510B7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26B6C-ACBF-DFE4-34B8-9B6B73E27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43DBB-2DA7-8663-64A2-0A85EEC7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09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0A96-67A8-F55D-FF84-E61FA927B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8F397F-379E-C806-1921-883B818E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052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D3192F-9955-9217-606A-8E1592EE6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388" y="3597164"/>
            <a:ext cx="10592174" cy="100065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Bibliography, Assets and Audio</a:t>
            </a:r>
          </a:p>
        </p:txBody>
      </p:sp>
    </p:spTree>
    <p:extLst>
      <p:ext uri="{BB962C8B-B14F-4D97-AF65-F5344CB8AC3E}">
        <p14:creationId xmlns:p14="http://schemas.microsoft.com/office/powerpoint/2010/main" val="126610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A685-7DB6-F6DF-070A-8F521571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82CA-C006-9CDF-A13D-22089519A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r>
              <a:rPr lang="en-GB" sz="4000" dirty="0"/>
              <a:t>Bibliography: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F238F-A28E-9205-D7BD-4420FB86D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8E277-3310-EC6F-20D3-40E924B2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5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D9D1-1572-B6D5-A315-D8B65B8C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B797-6D9B-D159-1847-09095D774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385482"/>
            <a:ext cx="4984813" cy="896472"/>
          </a:xfrm>
          <a:noFill/>
        </p:spPr>
        <p:txBody>
          <a:bodyPr>
            <a:normAutofit/>
          </a:bodyPr>
          <a:lstStyle/>
          <a:p>
            <a:pPr algn="l"/>
            <a:r>
              <a:rPr lang="en-GB" sz="4000" dirty="0"/>
              <a:t>Bibliography: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65662-8C48-1585-0478-44520EB10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1353671"/>
            <a:ext cx="4984813" cy="4775663"/>
          </a:xfrm>
          <a:noFill/>
        </p:spPr>
        <p:txBody>
          <a:bodyPr>
            <a:normAutofit/>
          </a:bodyPr>
          <a:lstStyle/>
          <a:p>
            <a:pPr algn="l"/>
            <a:r>
              <a:rPr lang="en-GB" dirty="0"/>
              <a:t>Just insert all the site links for the assets and audio as there are lots.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Make sure there is text/bullet points for each image </a:t>
            </a:r>
            <a:r>
              <a:rPr lang="en-GB"/>
              <a:t>in the pptx.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B98FE-BF43-9CC8-E6AF-BC71CA276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23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7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59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Santa Trackers</vt:lpstr>
      <vt:lpstr>Research</vt:lpstr>
      <vt:lpstr>PowerPoint Presentation</vt:lpstr>
      <vt:lpstr>Motion Capture</vt:lpstr>
      <vt:lpstr>PowerPoint Presentation</vt:lpstr>
      <vt:lpstr>Scene Building</vt:lpstr>
      <vt:lpstr>PowerPoint Presentation</vt:lpstr>
      <vt:lpstr>Technical Art</vt:lpstr>
      <vt:lpstr>PowerPoint Presentation</vt:lpstr>
      <vt:lpstr>Final Result</vt:lpstr>
      <vt:lpstr>PowerPoint Presentation</vt:lpstr>
      <vt:lpstr>Bibliography, Assets and Audio</vt:lpstr>
      <vt:lpstr>Bibliography:</vt:lpstr>
      <vt:lpstr>Bibliography: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2404781 Callum Wade</dc:creator>
  <cp:lastModifiedBy>2404781 Callum Wade</cp:lastModifiedBy>
  <cp:revision>4</cp:revision>
  <dcterms:created xsi:type="dcterms:W3CDTF">2026-01-18T15:55:39Z</dcterms:created>
  <dcterms:modified xsi:type="dcterms:W3CDTF">2026-01-20T12:51:40Z</dcterms:modified>
</cp:coreProperties>
</file>