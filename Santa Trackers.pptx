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142" d="100"/>
          <a:sy n="142" d="100"/>
        </p:scale>
        <p:origin x="84" y="3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867E9-3F39-2C78-6686-4D38BB28C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C01E60-7C10-1760-8D05-D985314D54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2E37D-2CDE-298E-A293-ADE146C3F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6E5AD6-2746-A281-22A4-7E5E18DF4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21A2EA-ADD5-7147-6E98-1804999B4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4655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CD569-4DBA-39EB-EF62-81AC97621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997BCE-9BD3-2581-6A4D-3014474D3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E4BFC4-BA74-8E1F-EF11-D3FAE58D6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E2C435-445A-4814-39B2-34979FA49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372F0-5B5C-B6D6-E7E8-8E92F1D13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3934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A6E8A-162D-25C6-0C42-BFDE8D3B0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C6A954-E536-F0D0-099A-0FD646B21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AAAC74-C5DF-1D69-818E-63611379F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CC1B93-DFCB-00A2-7102-2B110BC31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6CC23-FE77-70E6-FA5A-186A1B623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2967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CF1EF-4FE3-9DD0-7EB0-BF71228C9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7C4ED2-7A9C-0A7A-A22A-F6518DC20D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E009A3-E81A-0510-F93B-3DAF356F1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4FB3E9-1481-4D88-CF27-68194D2A2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E1E3F0-0945-55AF-D575-DEFD4DF8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D4C18F-EA1E-1D3D-6FF7-E66BB69FE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331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6C1E4-EB0A-0EDD-66C3-F497F8886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86A1B8-0E67-E057-0E64-B7B2386211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E988F0-9B75-8BF0-04C1-76D7E4443C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025F70-639A-106F-A3EF-1875976262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41E670-3549-E1CC-E8DC-662D1863B8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FF8992-B0E9-17A4-EDC2-5FB4E00FE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670FD4-BCD5-A236-75EF-342C50609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7A00B7-B457-4F48-6232-BC0B58295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7168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099F9-E35E-D961-C7D1-6C438D428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B2130C-58E9-9AA4-70C8-F6ACFCECB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FEBB2D-80AE-4F76-5B91-1116325CA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D0E10-EBBB-5503-24FA-32B0FE2E8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9536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820BA0-0D47-5CF1-58A4-B411D5F79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9BA536-59A2-E88C-C1EF-7C6E70C1A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D79009-6639-91D5-A9F9-85D6F105B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55781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F99CA-AB40-0E04-899C-6294F60A6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444D5-DF0B-DCB6-B641-11C1D8514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27BB39-90E0-890E-E5B0-0ACE6B9D2A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A5AE4D-14BD-4723-1B60-07D3E0D9C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74ABFF-9211-C96C-CD67-42A5EF8C9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70FFF5-4D9F-B476-0EC9-C79557374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129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E834A-D169-BDFF-4486-67A95C13A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2D2FA4-2BB9-B033-1A1F-14D53B86B8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87321E-B055-1EE9-DC2B-403D5BBBA2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F4F7FA-A64A-7C3E-54F5-C06292CDF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1FF85E-3E61-6F0D-4E31-BD66E869E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9620B3-8841-CCC5-9819-DFDAD85CF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563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6DFF3-7D58-011B-DA3A-217978548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08082D-998E-74E9-7569-2F2A941E8B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FAD87-1B71-67FB-F481-9A800E61D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313F31-6BC0-7BED-9B82-4B35280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5FF02-2688-F5EA-A759-7D2265251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2815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C0722F-D553-F259-A6BC-282297D0A8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5FA761-F87B-6A82-183C-E0339AEC48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217D82-5A48-89CB-9FAC-09865CB55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390B74-17C4-1AE5-7643-783D4B31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D834C9-9C31-EF0E-6322-D681C315B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235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70190A-F04D-3DB2-5B01-3B83040A4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E0137C-9024-C83B-CC58-07ED7B5E8F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870892-563E-93C6-DFD1-7961D8C0FE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1ECC06-1CBC-4C32-B29E-C85A538AD44A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09470C-BE70-D137-90F5-6B9305B1D6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7AD9FC-AAF8-D81C-BA21-9ABE1F5A0E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DEF874-66AB-4413-8E7A-534DCD1285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90908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D47766EE-4192-4B2D-A5A0-F60F9A5F74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613CBF-DF4D-881D-1BAF-9C42C233A9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00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4" name="Graphic 1">
            <a:extLst>
              <a:ext uri="{FF2B5EF4-FFF2-40B4-BE49-F238E27FC236}">
                <a16:creationId xmlns:a16="http://schemas.microsoft.com/office/drawing/2014/main" id="{D6705569-F545-4F47-A260-A9202826EA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2655438" y="838201"/>
            <a:ext cx="7098161" cy="4549051"/>
          </a:xfrm>
          <a:custGeom>
            <a:avLst/>
            <a:gdLst>
              <a:gd name="connsiteX0" fmla="*/ 5458905 w 6886274"/>
              <a:gd name="connsiteY0" fmla="*/ 754119 h 5025119"/>
              <a:gd name="connsiteX1" fmla="*/ 3455557 w 6886274"/>
              <a:gd name="connsiteY1" fmla="*/ 1027709 h 5025119"/>
              <a:gd name="connsiteX2" fmla="*/ 3338677 w 6886274"/>
              <a:gd name="connsiteY2" fmla="*/ 1021381 h 5025119"/>
              <a:gd name="connsiteX3" fmla="*/ 2518280 w 6886274"/>
              <a:gd name="connsiteY3" fmla="*/ 980435 h 5025119"/>
              <a:gd name="connsiteX4" fmla="*/ 1673687 w 6886274"/>
              <a:gd name="connsiteY4" fmla="*/ 739229 h 5025119"/>
              <a:gd name="connsiteX5" fmla="*/ 1183459 w 6886274"/>
              <a:gd name="connsiteY5" fmla="*/ 397149 h 5025119"/>
              <a:gd name="connsiteX6" fmla="*/ 977987 w 6886274"/>
              <a:gd name="connsiteY6" fmla="*/ 241184 h 5025119"/>
              <a:gd name="connsiteX7" fmla="*/ 788150 w 6886274"/>
              <a:gd name="connsiteY7" fmla="*/ 66980 h 5025119"/>
              <a:gd name="connsiteX8" fmla="*/ 721148 w 6886274"/>
              <a:gd name="connsiteY8" fmla="*/ 31990 h 5025119"/>
              <a:gd name="connsiteX9" fmla="*/ 701792 w 6886274"/>
              <a:gd name="connsiteY9" fmla="*/ 32362 h 5025119"/>
              <a:gd name="connsiteX10" fmla="*/ 686530 w 6886274"/>
              <a:gd name="connsiteY10" fmla="*/ 43157 h 5025119"/>
              <a:gd name="connsiteX11" fmla="*/ 693603 w 6886274"/>
              <a:gd name="connsiteY11" fmla="*/ 58046 h 5025119"/>
              <a:gd name="connsiteX12" fmla="*/ 705886 w 6886274"/>
              <a:gd name="connsiteY12" fmla="*/ 65491 h 5025119"/>
              <a:gd name="connsiteX13" fmla="*/ 762838 w 6886274"/>
              <a:gd name="connsiteY13" fmla="*/ 112764 h 5025119"/>
              <a:gd name="connsiteX14" fmla="*/ 764327 w 6886274"/>
              <a:gd name="connsiteY14" fmla="*/ 140309 h 5025119"/>
              <a:gd name="connsiteX15" fmla="*/ 775121 w 6886274"/>
              <a:gd name="connsiteY15" fmla="*/ 159666 h 5025119"/>
              <a:gd name="connsiteX16" fmla="*/ 823139 w 6886274"/>
              <a:gd name="connsiteY16" fmla="*/ 176416 h 5025119"/>
              <a:gd name="connsiteX17" fmla="*/ 707748 w 6886274"/>
              <a:gd name="connsiteY17" fmla="*/ 109414 h 5025119"/>
              <a:gd name="connsiteX18" fmla="*/ 681319 w 6886274"/>
              <a:gd name="connsiteY18" fmla="*/ 69958 h 5025119"/>
              <a:gd name="connsiteX19" fmla="*/ 640746 w 6886274"/>
              <a:gd name="connsiteY19" fmla="*/ 67352 h 5025119"/>
              <a:gd name="connsiteX20" fmla="*/ 614318 w 6886274"/>
              <a:gd name="connsiteY20" fmla="*/ 61396 h 5025119"/>
              <a:gd name="connsiteX21" fmla="*/ 560716 w 6886274"/>
              <a:gd name="connsiteY21" fmla="*/ 3701 h 5025119"/>
              <a:gd name="connsiteX22" fmla="*/ 540616 w 6886274"/>
              <a:gd name="connsiteY22" fmla="*/ 3701 h 5025119"/>
              <a:gd name="connsiteX23" fmla="*/ 543594 w 6886274"/>
              <a:gd name="connsiteY23" fmla="*/ 21940 h 5025119"/>
              <a:gd name="connsiteX24" fmla="*/ 558855 w 6886274"/>
              <a:gd name="connsiteY24" fmla="*/ 51346 h 5025119"/>
              <a:gd name="connsiteX25" fmla="*/ 557366 w 6886274"/>
              <a:gd name="connsiteY25" fmla="*/ 72563 h 5025119"/>
              <a:gd name="connsiteX26" fmla="*/ 570022 w 6886274"/>
              <a:gd name="connsiteY26" fmla="*/ 120209 h 5025119"/>
              <a:gd name="connsiteX27" fmla="*/ 599801 w 6886274"/>
              <a:gd name="connsiteY27" fmla="*/ 192794 h 5025119"/>
              <a:gd name="connsiteX28" fmla="*/ 614318 w 6886274"/>
              <a:gd name="connsiteY28" fmla="*/ 212150 h 5025119"/>
              <a:gd name="connsiteX29" fmla="*/ 623996 w 6886274"/>
              <a:gd name="connsiteY29" fmla="*/ 220711 h 5025119"/>
              <a:gd name="connsiteX30" fmla="*/ 821278 w 6886274"/>
              <a:gd name="connsiteY30" fmla="*/ 503235 h 5025119"/>
              <a:gd name="connsiteX31" fmla="*/ 1033822 w 6886274"/>
              <a:gd name="connsiteY31" fmla="*/ 694562 h 5025119"/>
              <a:gd name="connsiteX32" fmla="*/ 1039406 w 6886274"/>
              <a:gd name="connsiteY32" fmla="*/ 702378 h 5025119"/>
              <a:gd name="connsiteX33" fmla="*/ 944114 w 6886274"/>
              <a:gd name="connsiteY33" fmla="*/ 662550 h 5025119"/>
              <a:gd name="connsiteX34" fmla="*/ 733432 w 6886274"/>
              <a:gd name="connsiteY34" fmla="*/ 500629 h 5025119"/>
              <a:gd name="connsiteX35" fmla="*/ 606501 w 6886274"/>
              <a:gd name="connsiteY35" fmla="*/ 399755 h 5025119"/>
              <a:gd name="connsiteX36" fmla="*/ 588634 w 6886274"/>
              <a:gd name="connsiteY36" fmla="*/ 381143 h 5025119"/>
              <a:gd name="connsiteX37" fmla="*/ 575978 w 6886274"/>
              <a:gd name="connsiteY37" fmla="*/ 375560 h 5025119"/>
              <a:gd name="connsiteX38" fmla="*/ 567044 w 6886274"/>
              <a:gd name="connsiteY38" fmla="*/ 388588 h 5025119"/>
              <a:gd name="connsiteX39" fmla="*/ 578956 w 6886274"/>
              <a:gd name="connsiteY39" fmla="*/ 437722 h 5025119"/>
              <a:gd name="connsiteX40" fmla="*/ 675736 w 6886274"/>
              <a:gd name="connsiteY40" fmla="*/ 535619 h 5025119"/>
              <a:gd name="connsiteX41" fmla="*/ 811600 w 6886274"/>
              <a:gd name="connsiteY41" fmla="*/ 652872 h 5025119"/>
              <a:gd name="connsiteX42" fmla="*/ 818300 w 6886274"/>
              <a:gd name="connsiteY42" fmla="*/ 666272 h 5025119"/>
              <a:gd name="connsiteX43" fmla="*/ 741621 w 6886274"/>
              <a:gd name="connsiteY43" fmla="*/ 608576 h 5025119"/>
              <a:gd name="connsiteX44" fmla="*/ 666430 w 6886274"/>
              <a:gd name="connsiteY44" fmla="*/ 553114 h 5025119"/>
              <a:gd name="connsiteX45" fmla="*/ 645585 w 6886274"/>
              <a:gd name="connsiteY45" fmla="*/ 547903 h 5025119"/>
              <a:gd name="connsiteX46" fmla="*/ 640002 w 6886274"/>
              <a:gd name="connsiteY46" fmla="*/ 570236 h 5025119"/>
              <a:gd name="connsiteX47" fmla="*/ 675736 w 6886274"/>
              <a:gd name="connsiteY47" fmla="*/ 628677 h 5025119"/>
              <a:gd name="connsiteX48" fmla="*/ 855896 w 6886274"/>
              <a:gd name="connsiteY48" fmla="*/ 786875 h 5025119"/>
              <a:gd name="connsiteX49" fmla="*/ 946348 w 6886274"/>
              <a:gd name="connsiteY49" fmla="*/ 877699 h 5025119"/>
              <a:gd name="connsiteX50" fmla="*/ 950442 w 6886274"/>
              <a:gd name="connsiteY50" fmla="*/ 899661 h 5025119"/>
              <a:gd name="connsiteX51" fmla="*/ 991760 w 6886274"/>
              <a:gd name="connsiteY51" fmla="*/ 937629 h 5025119"/>
              <a:gd name="connsiteX52" fmla="*/ 1018188 w 6886274"/>
              <a:gd name="connsiteY52" fmla="*/ 945445 h 5025119"/>
              <a:gd name="connsiteX53" fmla="*/ 1315601 w 6886274"/>
              <a:gd name="connsiteY53" fmla="*/ 1196329 h 5025119"/>
              <a:gd name="connsiteX54" fmla="*/ 1454443 w 6886274"/>
              <a:gd name="connsiteY54" fmla="*/ 1279709 h 5025119"/>
              <a:gd name="connsiteX55" fmla="*/ 1454443 w 6886274"/>
              <a:gd name="connsiteY55" fmla="*/ 1285665 h 5025119"/>
              <a:gd name="connsiteX56" fmla="*/ 1453327 w 6886274"/>
              <a:gd name="connsiteY56" fmla="*/ 1291993 h 5025119"/>
              <a:gd name="connsiteX57" fmla="*/ 1256416 w 6886274"/>
              <a:gd name="connsiteY57" fmla="*/ 1166923 h 5025119"/>
              <a:gd name="connsiteX58" fmla="*/ 745715 w 6886274"/>
              <a:gd name="connsiteY58" fmla="*/ 798786 h 5025119"/>
              <a:gd name="connsiteX59" fmla="*/ 592356 w 6886274"/>
              <a:gd name="connsiteY59" fmla="*/ 656966 h 5025119"/>
              <a:gd name="connsiteX60" fmla="*/ 485526 w 6886274"/>
              <a:gd name="connsiteY60" fmla="*/ 567259 h 5025119"/>
              <a:gd name="connsiteX61" fmla="*/ 430063 w 6886274"/>
              <a:gd name="connsiteY61" fmla="*/ 550136 h 5025119"/>
              <a:gd name="connsiteX62" fmla="*/ 408846 w 6886274"/>
              <a:gd name="connsiteY62" fmla="*/ 563164 h 5025119"/>
              <a:gd name="connsiteX63" fmla="*/ 421130 w 6886274"/>
              <a:gd name="connsiteY63" fmla="*/ 581403 h 5025119"/>
              <a:gd name="connsiteX64" fmla="*/ 426713 w 6886274"/>
              <a:gd name="connsiteY64" fmla="*/ 584009 h 5025119"/>
              <a:gd name="connsiteX65" fmla="*/ 487015 w 6886274"/>
              <a:gd name="connsiteY65" fmla="*/ 635005 h 5025119"/>
              <a:gd name="connsiteX66" fmla="*/ 487015 w 6886274"/>
              <a:gd name="connsiteY66" fmla="*/ 655105 h 5025119"/>
              <a:gd name="connsiteX67" fmla="*/ 497437 w 6886274"/>
              <a:gd name="connsiteY67" fmla="*/ 678183 h 5025119"/>
              <a:gd name="connsiteX68" fmla="*/ 539871 w 6886274"/>
              <a:gd name="connsiteY68" fmla="*/ 691584 h 5025119"/>
              <a:gd name="connsiteX69" fmla="*/ 485898 w 6886274"/>
              <a:gd name="connsiteY69" fmla="*/ 681906 h 5025119"/>
              <a:gd name="connsiteX70" fmla="*/ 410335 w 6886274"/>
              <a:gd name="connsiteY70" fmla="*/ 600387 h 5025119"/>
              <a:gd name="connsiteX71" fmla="*/ 397307 w 6886274"/>
              <a:gd name="connsiteY71" fmla="*/ 582892 h 5025119"/>
              <a:gd name="connsiteX72" fmla="*/ 363062 w 6886274"/>
              <a:gd name="connsiteY72" fmla="*/ 584009 h 5025119"/>
              <a:gd name="connsiteX73" fmla="*/ 334772 w 6886274"/>
              <a:gd name="connsiteY73" fmla="*/ 578426 h 5025119"/>
              <a:gd name="connsiteX74" fmla="*/ 281915 w 6886274"/>
              <a:gd name="connsiteY74" fmla="*/ 522219 h 5025119"/>
              <a:gd name="connsiteX75" fmla="*/ 263304 w 6886274"/>
              <a:gd name="connsiteY75" fmla="*/ 521846 h 5025119"/>
              <a:gd name="connsiteX76" fmla="*/ 263676 w 6886274"/>
              <a:gd name="connsiteY76" fmla="*/ 538225 h 5025119"/>
              <a:gd name="connsiteX77" fmla="*/ 275215 w 6886274"/>
              <a:gd name="connsiteY77" fmla="*/ 563164 h 5025119"/>
              <a:gd name="connsiteX78" fmla="*/ 271121 w 6886274"/>
              <a:gd name="connsiteY78" fmla="*/ 604854 h 5025119"/>
              <a:gd name="connsiteX79" fmla="*/ 274471 w 6886274"/>
              <a:gd name="connsiteY79" fmla="*/ 627560 h 5025119"/>
              <a:gd name="connsiteX80" fmla="*/ 319138 w 6886274"/>
              <a:gd name="connsiteY80" fmla="*/ 718012 h 5025119"/>
              <a:gd name="connsiteX81" fmla="*/ 326583 w 6886274"/>
              <a:gd name="connsiteY81" fmla="*/ 729551 h 5025119"/>
              <a:gd name="connsiteX82" fmla="*/ 349289 w 6886274"/>
              <a:gd name="connsiteY82" fmla="*/ 748163 h 5025119"/>
              <a:gd name="connsiteX83" fmla="*/ 528332 w 6886274"/>
              <a:gd name="connsiteY83" fmla="*/ 1007608 h 5025119"/>
              <a:gd name="connsiteX84" fmla="*/ 766932 w 6886274"/>
              <a:gd name="connsiteY84" fmla="*/ 1222758 h 5025119"/>
              <a:gd name="connsiteX85" fmla="*/ 681319 w 6886274"/>
              <a:gd name="connsiteY85" fmla="*/ 1190746 h 5025119"/>
              <a:gd name="connsiteX86" fmla="*/ 469520 w 6886274"/>
              <a:gd name="connsiteY86" fmla="*/ 1032920 h 5025119"/>
              <a:gd name="connsiteX87" fmla="*/ 325466 w 6886274"/>
              <a:gd name="connsiteY87" fmla="*/ 917900 h 5025119"/>
              <a:gd name="connsiteX88" fmla="*/ 312066 w 6886274"/>
              <a:gd name="connsiteY88" fmla="*/ 903383 h 5025119"/>
              <a:gd name="connsiteX89" fmla="*/ 296805 w 6886274"/>
              <a:gd name="connsiteY89" fmla="*/ 895566 h 5025119"/>
              <a:gd name="connsiteX90" fmla="*/ 288243 w 6886274"/>
              <a:gd name="connsiteY90" fmla="*/ 910828 h 5025119"/>
              <a:gd name="connsiteX91" fmla="*/ 309460 w 6886274"/>
              <a:gd name="connsiteY91" fmla="*/ 971129 h 5025119"/>
              <a:gd name="connsiteX92" fmla="*/ 407729 w 6886274"/>
              <a:gd name="connsiteY92" fmla="*/ 1062698 h 5025119"/>
              <a:gd name="connsiteX93" fmla="*/ 544338 w 6886274"/>
              <a:gd name="connsiteY93" fmla="*/ 1189257 h 5025119"/>
              <a:gd name="connsiteX94" fmla="*/ 454630 w 6886274"/>
              <a:gd name="connsiteY94" fmla="*/ 1120766 h 5025119"/>
              <a:gd name="connsiteX95" fmla="*/ 385396 w 6886274"/>
              <a:gd name="connsiteY95" fmla="*/ 1070515 h 5025119"/>
              <a:gd name="connsiteX96" fmla="*/ 366040 w 6886274"/>
              <a:gd name="connsiteY96" fmla="*/ 1067537 h 5025119"/>
              <a:gd name="connsiteX97" fmla="*/ 361573 w 6886274"/>
              <a:gd name="connsiteY97" fmla="*/ 1086149 h 5025119"/>
              <a:gd name="connsiteX98" fmla="*/ 402146 w 6886274"/>
              <a:gd name="connsiteY98" fmla="*/ 1152778 h 5025119"/>
              <a:gd name="connsiteX99" fmla="*/ 475475 w 6886274"/>
              <a:gd name="connsiteY99" fmla="*/ 1218663 h 5025119"/>
              <a:gd name="connsiteX100" fmla="*/ 393957 w 6886274"/>
              <a:gd name="connsiteY100" fmla="*/ 1201913 h 5025119"/>
              <a:gd name="connsiteX101" fmla="*/ 460586 w 6886274"/>
              <a:gd name="connsiteY101" fmla="*/ 1260353 h 5025119"/>
              <a:gd name="connsiteX102" fmla="*/ 561089 w 6886274"/>
              <a:gd name="connsiteY102" fmla="*/ 1291993 h 5025119"/>
              <a:gd name="connsiteX103" fmla="*/ 602034 w 6886274"/>
              <a:gd name="connsiteY103" fmla="*/ 1328843 h 5025119"/>
              <a:gd name="connsiteX104" fmla="*/ 641863 w 6886274"/>
              <a:gd name="connsiteY104" fmla="*/ 1368672 h 5025119"/>
              <a:gd name="connsiteX105" fmla="*/ 651541 w 6886274"/>
              <a:gd name="connsiteY105" fmla="*/ 1404406 h 5025119"/>
              <a:gd name="connsiteX106" fmla="*/ 688392 w 6886274"/>
              <a:gd name="connsiteY106" fmla="*/ 1457263 h 5025119"/>
              <a:gd name="connsiteX107" fmla="*/ 692486 w 6886274"/>
              <a:gd name="connsiteY107" fmla="*/ 1458008 h 5025119"/>
              <a:gd name="connsiteX108" fmla="*/ 719287 w 6886274"/>
              <a:gd name="connsiteY108" fmla="*/ 1485181 h 5025119"/>
              <a:gd name="connsiteX109" fmla="*/ 745343 w 6886274"/>
              <a:gd name="connsiteY109" fmla="*/ 1512353 h 5025119"/>
              <a:gd name="connsiteX110" fmla="*/ 750926 w 6886274"/>
              <a:gd name="connsiteY110" fmla="*/ 1516448 h 5025119"/>
              <a:gd name="connsiteX111" fmla="*/ 890141 w 6886274"/>
              <a:gd name="connsiteY111" fmla="*/ 1685813 h 5025119"/>
              <a:gd name="connsiteX112" fmla="*/ 899074 w 6886274"/>
              <a:gd name="connsiteY112" fmla="*/ 1693630 h 5025119"/>
              <a:gd name="connsiteX113" fmla="*/ 605012 w 6886274"/>
              <a:gd name="connsiteY113" fmla="*/ 1669435 h 5025119"/>
              <a:gd name="connsiteX114" fmla="*/ 229431 w 6886274"/>
              <a:gd name="connsiteY114" fmla="*/ 1545110 h 5025119"/>
              <a:gd name="connsiteX115" fmla="*/ 251765 w 6886274"/>
              <a:gd name="connsiteY115" fmla="*/ 1614717 h 5025119"/>
              <a:gd name="connsiteX116" fmla="*/ 237992 w 6886274"/>
              <a:gd name="connsiteY116" fmla="*/ 1675391 h 5025119"/>
              <a:gd name="connsiteX117" fmla="*/ 232781 w 6886274"/>
              <a:gd name="connsiteY117" fmla="*/ 1807160 h 5025119"/>
              <a:gd name="connsiteX118" fmla="*/ 236131 w 6886274"/>
              <a:gd name="connsiteY118" fmla="*/ 1828750 h 5025119"/>
              <a:gd name="connsiteX119" fmla="*/ 152007 w 6886274"/>
              <a:gd name="connsiteY119" fmla="*/ 1842150 h 5025119"/>
              <a:gd name="connsiteX120" fmla="*/ 653030 w 6886274"/>
              <a:gd name="connsiteY120" fmla="*/ 2213265 h 5025119"/>
              <a:gd name="connsiteX121" fmla="*/ 318394 w 6886274"/>
              <a:gd name="connsiteY121" fmla="*/ 2143285 h 5025119"/>
              <a:gd name="connsiteX122" fmla="*/ 272982 w 6886274"/>
              <a:gd name="connsiteY122" fmla="*/ 2258305 h 5025119"/>
              <a:gd name="connsiteX123" fmla="*/ 430435 w 6886274"/>
              <a:gd name="connsiteY123" fmla="*/ 2360668 h 5025119"/>
              <a:gd name="connsiteX124" fmla="*/ 488876 w 6886274"/>
              <a:gd name="connsiteY124" fmla="*/ 2563162 h 5025119"/>
              <a:gd name="connsiteX125" fmla="*/ 460586 w 6886274"/>
              <a:gd name="connsiteY125" fmla="*/ 2748533 h 5025119"/>
              <a:gd name="connsiteX126" fmla="*/ 393212 w 6886274"/>
              <a:gd name="connsiteY126" fmla="*/ 2807345 h 5025119"/>
              <a:gd name="connsiteX127" fmla="*/ 295688 w 6886274"/>
              <a:gd name="connsiteY127" fmla="*/ 2913059 h 5025119"/>
              <a:gd name="connsiteX128" fmla="*/ 235386 w 6886274"/>
              <a:gd name="connsiteY128" fmla="*/ 2978572 h 5025119"/>
              <a:gd name="connsiteX129" fmla="*/ 25448 w 6886274"/>
              <a:gd name="connsiteY129" fmla="*/ 2952888 h 5025119"/>
              <a:gd name="connsiteX130" fmla="*/ 305738 w 6886274"/>
              <a:gd name="connsiteY130" fmla="*/ 3119275 h 5025119"/>
              <a:gd name="connsiteX131" fmla="*/ 79049 w 6886274"/>
              <a:gd name="connsiteY131" fmla="*/ 3098430 h 5025119"/>
              <a:gd name="connsiteX132" fmla="*/ 4975 w 6886274"/>
              <a:gd name="connsiteY132" fmla="*/ 3109969 h 5025119"/>
              <a:gd name="connsiteX133" fmla="*/ 47037 w 6886274"/>
              <a:gd name="connsiteY133" fmla="*/ 3163943 h 5025119"/>
              <a:gd name="connsiteX134" fmla="*/ 213425 w 6886274"/>
              <a:gd name="connsiteY134" fmla="*/ 3255139 h 5025119"/>
              <a:gd name="connsiteX135" fmla="*/ 556622 w 6886274"/>
              <a:gd name="connsiteY135" fmla="*/ 3502301 h 5025119"/>
              <a:gd name="connsiteX136" fmla="*/ 224592 w 6886274"/>
              <a:gd name="connsiteY136" fmla="*/ 3388771 h 5025119"/>
              <a:gd name="connsiteX137" fmla="*/ 574861 w 6886274"/>
              <a:gd name="connsiteY137" fmla="*/ 3643004 h 5025119"/>
              <a:gd name="connsiteX138" fmla="*/ 652657 w 6886274"/>
              <a:gd name="connsiteY138" fmla="*/ 3727501 h 5025119"/>
              <a:gd name="connsiteX139" fmla="*/ 810111 w 6886274"/>
              <a:gd name="connsiteY139" fmla="*/ 3937067 h 5025119"/>
              <a:gd name="connsiteX140" fmla="*/ 802294 w 6886274"/>
              <a:gd name="connsiteY140" fmla="*/ 3960890 h 5025119"/>
              <a:gd name="connsiteX141" fmla="*/ 620646 w 6886274"/>
              <a:gd name="connsiteY141" fmla="*/ 3927017 h 5025119"/>
              <a:gd name="connsiteX142" fmla="*/ 856268 w 6886274"/>
              <a:gd name="connsiteY142" fmla="*/ 4103082 h 5025119"/>
              <a:gd name="connsiteX143" fmla="*/ 1099707 w 6886274"/>
              <a:gd name="connsiteY143" fmla="*/ 4238574 h 5025119"/>
              <a:gd name="connsiteX144" fmla="*/ 926992 w 6886274"/>
              <a:gd name="connsiteY144" fmla="*/ 4218102 h 5025119"/>
              <a:gd name="connsiteX145" fmla="*/ 689508 w 6886274"/>
              <a:gd name="connsiteY145" fmla="*/ 4140677 h 5025119"/>
              <a:gd name="connsiteX146" fmla="*/ 606873 w 6886274"/>
              <a:gd name="connsiteY146" fmla="*/ 4169711 h 5025119"/>
              <a:gd name="connsiteX147" fmla="*/ 831701 w 6886274"/>
              <a:gd name="connsiteY147" fmla="*/ 4297759 h 5025119"/>
              <a:gd name="connsiteX148" fmla="*/ 960493 w 6886274"/>
              <a:gd name="connsiteY148" fmla="*/ 4356944 h 5025119"/>
              <a:gd name="connsiteX149" fmla="*/ 1012233 w 6886274"/>
              <a:gd name="connsiteY149" fmla="*/ 4402356 h 5025119"/>
              <a:gd name="connsiteX150" fmla="*/ 1159636 w 6886274"/>
              <a:gd name="connsiteY150" fmla="*/ 4564276 h 5025119"/>
              <a:gd name="connsiteX151" fmla="*/ 1592169 w 6886274"/>
              <a:gd name="connsiteY151" fmla="*/ 4741458 h 5025119"/>
              <a:gd name="connsiteX152" fmla="*/ 3110499 w 6886274"/>
              <a:gd name="connsiteY152" fmla="*/ 5032171 h 5025119"/>
              <a:gd name="connsiteX153" fmla="*/ 6033630 w 6886274"/>
              <a:gd name="connsiteY153" fmla="*/ 4091915 h 5025119"/>
              <a:gd name="connsiteX154" fmla="*/ 6180661 w 6886274"/>
              <a:gd name="connsiteY154" fmla="*/ 3957912 h 5025119"/>
              <a:gd name="connsiteX155" fmla="*/ 6305359 w 6886274"/>
              <a:gd name="connsiteY155" fmla="*/ 3837309 h 5025119"/>
              <a:gd name="connsiteX156" fmla="*/ 6240218 w 6886274"/>
              <a:gd name="connsiteY156" fmla="*/ 3796364 h 5025119"/>
              <a:gd name="connsiteX157" fmla="*/ 6328437 w 6886274"/>
              <a:gd name="connsiteY157" fmla="*/ 3681344 h 5025119"/>
              <a:gd name="connsiteX158" fmla="*/ 6608355 w 6886274"/>
              <a:gd name="connsiteY158" fmla="*/ 3326236 h 5025119"/>
              <a:gd name="connsiteX159" fmla="*/ 6731191 w 6886274"/>
              <a:gd name="connsiteY159" fmla="*/ 3248067 h 5025119"/>
              <a:gd name="connsiteX160" fmla="*/ 6880456 w 6886274"/>
              <a:gd name="connsiteY160" fmla="*/ 3051529 h 5025119"/>
              <a:gd name="connsiteX161" fmla="*/ 6901673 w 6886274"/>
              <a:gd name="connsiteY161" fmla="*/ 2763795 h 5025119"/>
              <a:gd name="connsiteX162" fmla="*/ 6871150 w 6886274"/>
              <a:gd name="connsiteY162" fmla="*/ 2948421 h 5025119"/>
              <a:gd name="connsiteX163" fmla="*/ 6848444 w 6886274"/>
              <a:gd name="connsiteY163" fmla="*/ 2890353 h 5025119"/>
              <a:gd name="connsiteX164" fmla="*/ 6878223 w 6886274"/>
              <a:gd name="connsiteY164" fmla="*/ 2873230 h 5025119"/>
              <a:gd name="connsiteX165" fmla="*/ 6762459 w 6886274"/>
              <a:gd name="connsiteY165" fmla="*/ 2568745 h 5025119"/>
              <a:gd name="connsiteX166" fmla="*/ 6673123 w 6886274"/>
              <a:gd name="connsiteY166" fmla="*/ 2451493 h 5025119"/>
              <a:gd name="connsiteX167" fmla="*/ 6662700 w 6886274"/>
              <a:gd name="connsiteY167" fmla="*/ 2346896 h 5025119"/>
              <a:gd name="connsiteX168" fmla="*/ 6487752 w 6886274"/>
              <a:gd name="connsiteY168" fmla="*/ 2285105 h 5025119"/>
              <a:gd name="connsiteX169" fmla="*/ 6652278 w 6886274"/>
              <a:gd name="connsiteY169" fmla="*/ 2063628 h 5025119"/>
              <a:gd name="connsiteX170" fmla="*/ 6668656 w 6886274"/>
              <a:gd name="connsiteY170" fmla="*/ 2017843 h 5025119"/>
              <a:gd name="connsiteX171" fmla="*/ 6570015 w 6886274"/>
              <a:gd name="connsiteY171" fmla="*/ 1854062 h 5025119"/>
              <a:gd name="connsiteX172" fmla="*/ 6554009 w 6886274"/>
              <a:gd name="connsiteY172" fmla="*/ 1827633 h 5025119"/>
              <a:gd name="connsiteX173" fmla="*/ 6517531 w 6886274"/>
              <a:gd name="connsiteY173" fmla="*/ 1775149 h 5025119"/>
              <a:gd name="connsiteX174" fmla="*/ 6412934 w 6886274"/>
              <a:gd name="connsiteY174" fmla="*/ 1762493 h 5025119"/>
              <a:gd name="connsiteX175" fmla="*/ 6467279 w 6886274"/>
              <a:gd name="connsiteY175" fmla="*/ 1725642 h 5025119"/>
              <a:gd name="connsiteX176" fmla="*/ 6572621 w 6886274"/>
              <a:gd name="connsiteY176" fmla="*/ 1600200 h 5025119"/>
              <a:gd name="connsiteX177" fmla="*/ 6502641 w 6886274"/>
              <a:gd name="connsiteY177" fmla="*/ 1480341 h 5025119"/>
              <a:gd name="connsiteX178" fmla="*/ 6481796 w 6886274"/>
              <a:gd name="connsiteY178" fmla="*/ 1461358 h 5025119"/>
              <a:gd name="connsiteX179" fmla="*/ 6509713 w 6886274"/>
              <a:gd name="connsiteY179" fmla="*/ 1436418 h 5025119"/>
              <a:gd name="connsiteX180" fmla="*/ 6567037 w 6886274"/>
              <a:gd name="connsiteY180" fmla="*/ 1348199 h 5025119"/>
              <a:gd name="connsiteX181" fmla="*/ 6596816 w 6886274"/>
              <a:gd name="connsiteY181" fmla="*/ 1286781 h 5025119"/>
              <a:gd name="connsiteX182" fmla="*/ 6632178 w 6886274"/>
              <a:gd name="connsiteY182" fmla="*/ 1261842 h 5025119"/>
              <a:gd name="connsiteX183" fmla="*/ 6639994 w 6886274"/>
              <a:gd name="connsiteY183" fmla="*/ 1240625 h 5025119"/>
              <a:gd name="connsiteX184" fmla="*/ 6622127 w 6886274"/>
              <a:gd name="connsiteY184" fmla="*/ 1136400 h 5025119"/>
              <a:gd name="connsiteX185" fmla="*/ 6612077 w 6886274"/>
              <a:gd name="connsiteY185" fmla="*/ 1109599 h 5025119"/>
              <a:gd name="connsiteX186" fmla="*/ 6531675 w 6886274"/>
              <a:gd name="connsiteY186" fmla="*/ 1009469 h 5025119"/>
              <a:gd name="connsiteX187" fmla="*/ 6456113 w 6886274"/>
              <a:gd name="connsiteY187" fmla="*/ 845315 h 5025119"/>
              <a:gd name="connsiteX188" fmla="*/ 6440851 w 6886274"/>
              <a:gd name="connsiteY188" fmla="*/ 739229 h 5025119"/>
              <a:gd name="connsiteX189" fmla="*/ 6434523 w 6886274"/>
              <a:gd name="connsiteY189" fmla="*/ 715034 h 5025119"/>
              <a:gd name="connsiteX190" fmla="*/ 6432290 w 6886274"/>
              <a:gd name="connsiteY190" fmla="*/ 617510 h 5025119"/>
              <a:gd name="connsiteX191" fmla="*/ 6416284 w 6886274"/>
              <a:gd name="connsiteY191" fmla="*/ 595176 h 5025119"/>
              <a:gd name="connsiteX192" fmla="*/ 6267763 w 6886274"/>
              <a:gd name="connsiteY192" fmla="*/ 591826 h 5025119"/>
              <a:gd name="connsiteX193" fmla="*/ 6236496 w 6886274"/>
              <a:gd name="connsiteY193" fmla="*/ 521102 h 5025119"/>
              <a:gd name="connsiteX194" fmla="*/ 6257341 w 6886274"/>
              <a:gd name="connsiteY194" fmla="*/ 487229 h 5025119"/>
              <a:gd name="connsiteX195" fmla="*/ 6248780 w 6886274"/>
              <a:gd name="connsiteY195" fmla="*/ 465267 h 5025119"/>
              <a:gd name="connsiteX196" fmla="*/ 6226818 w 6886274"/>
              <a:gd name="connsiteY196" fmla="*/ 473456 h 5025119"/>
              <a:gd name="connsiteX197" fmla="*/ 6115149 w 6886274"/>
              <a:gd name="connsiteY197" fmla="*/ 551625 h 5025119"/>
              <a:gd name="connsiteX198" fmla="*/ 5951739 w 6886274"/>
              <a:gd name="connsiteY198" fmla="*/ 659944 h 5025119"/>
              <a:gd name="connsiteX199" fmla="*/ 5917122 w 6886274"/>
              <a:gd name="connsiteY199" fmla="*/ 644310 h 5025119"/>
              <a:gd name="connsiteX200" fmla="*/ 5890694 w 6886274"/>
              <a:gd name="connsiteY200" fmla="*/ 630538 h 5025119"/>
              <a:gd name="connsiteX201" fmla="*/ 5837464 w 6886274"/>
              <a:gd name="connsiteY201" fmla="*/ 646916 h 5025119"/>
              <a:gd name="connsiteX202" fmla="*/ 5809175 w 6886274"/>
              <a:gd name="connsiteY202" fmla="*/ 683395 h 5025119"/>
              <a:gd name="connsiteX203" fmla="*/ 5815503 w 6886274"/>
              <a:gd name="connsiteY203" fmla="*/ 698656 h 5025119"/>
              <a:gd name="connsiteX204" fmla="*/ 5746268 w 6886274"/>
              <a:gd name="connsiteY204" fmla="*/ 667389 h 5025119"/>
              <a:gd name="connsiteX205" fmla="*/ 5458905 w 6886274"/>
              <a:gd name="connsiteY205" fmla="*/ 754119 h 5025119"/>
              <a:gd name="connsiteX206" fmla="*/ 885302 w 6886274"/>
              <a:gd name="connsiteY206" fmla="*/ 1333310 h 5025119"/>
              <a:gd name="connsiteX207" fmla="*/ 862596 w 6886274"/>
              <a:gd name="connsiteY207" fmla="*/ 1314326 h 5025119"/>
              <a:gd name="connsiteX208" fmla="*/ 866318 w 6886274"/>
              <a:gd name="connsiteY208" fmla="*/ 1309860 h 5025119"/>
              <a:gd name="connsiteX209" fmla="*/ 912103 w 6886274"/>
              <a:gd name="connsiteY209" fmla="*/ 1341127 h 5025119"/>
              <a:gd name="connsiteX210" fmla="*/ 885302 w 6886274"/>
              <a:gd name="connsiteY210" fmla="*/ 1333310 h 5025119"/>
              <a:gd name="connsiteX211" fmla="*/ 1140280 w 6886274"/>
              <a:gd name="connsiteY211" fmla="*/ 787619 h 5025119"/>
              <a:gd name="connsiteX212" fmla="*/ 1414987 w 6886274"/>
              <a:gd name="connsiteY212" fmla="*/ 975596 h 5025119"/>
              <a:gd name="connsiteX213" fmla="*/ 1410892 w 6886274"/>
              <a:gd name="connsiteY213" fmla="*/ 980063 h 5025119"/>
              <a:gd name="connsiteX214" fmla="*/ 1140280 w 6886274"/>
              <a:gd name="connsiteY214" fmla="*/ 787619 h 5025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6886274" h="5025119">
                <a:moveTo>
                  <a:pt x="5458905" y="754119"/>
                </a:moveTo>
                <a:cubicBezTo>
                  <a:pt x="5417216" y="775336"/>
                  <a:pt x="4594585" y="1111088"/>
                  <a:pt x="3455557" y="1027709"/>
                </a:cubicBezTo>
                <a:cubicBezTo>
                  <a:pt x="3415356" y="1024731"/>
                  <a:pt x="3377389" y="1022869"/>
                  <a:pt x="3338677" y="1021381"/>
                </a:cubicBezTo>
                <a:cubicBezTo>
                  <a:pt x="2996224" y="1006119"/>
                  <a:pt x="2660100" y="998674"/>
                  <a:pt x="2518280" y="980435"/>
                </a:cubicBezTo>
                <a:cubicBezTo>
                  <a:pt x="2407355" y="965918"/>
                  <a:pt x="1840075" y="843082"/>
                  <a:pt x="1673687" y="739229"/>
                </a:cubicBezTo>
                <a:cubicBezTo>
                  <a:pt x="1503578" y="632771"/>
                  <a:pt x="1343146" y="515146"/>
                  <a:pt x="1183459" y="397149"/>
                </a:cubicBezTo>
                <a:cubicBezTo>
                  <a:pt x="1114224" y="346153"/>
                  <a:pt x="1040522" y="299624"/>
                  <a:pt x="977987" y="241184"/>
                </a:cubicBezTo>
                <a:cubicBezTo>
                  <a:pt x="915453" y="182372"/>
                  <a:pt x="855896" y="121326"/>
                  <a:pt x="788150" y="66980"/>
                </a:cubicBezTo>
                <a:cubicBezTo>
                  <a:pt x="768794" y="51346"/>
                  <a:pt x="749438" y="34596"/>
                  <a:pt x="721148" y="31990"/>
                </a:cubicBezTo>
                <a:cubicBezTo>
                  <a:pt x="714820" y="31246"/>
                  <a:pt x="708120" y="31618"/>
                  <a:pt x="701792" y="32362"/>
                </a:cubicBezTo>
                <a:cubicBezTo>
                  <a:pt x="694720" y="33107"/>
                  <a:pt x="689136" y="36829"/>
                  <a:pt x="686530" y="43157"/>
                </a:cubicBezTo>
                <a:cubicBezTo>
                  <a:pt x="683925" y="50230"/>
                  <a:pt x="688392" y="54324"/>
                  <a:pt x="693603" y="58046"/>
                </a:cubicBezTo>
                <a:cubicBezTo>
                  <a:pt x="697325" y="60652"/>
                  <a:pt x="701047" y="64747"/>
                  <a:pt x="705886" y="65491"/>
                </a:cubicBezTo>
                <a:cubicBezTo>
                  <a:pt x="736782" y="69958"/>
                  <a:pt x="748321" y="92664"/>
                  <a:pt x="762838" y="112764"/>
                </a:cubicBezTo>
                <a:cubicBezTo>
                  <a:pt x="769166" y="121326"/>
                  <a:pt x="775866" y="128026"/>
                  <a:pt x="764327" y="140309"/>
                </a:cubicBezTo>
                <a:cubicBezTo>
                  <a:pt x="754277" y="151104"/>
                  <a:pt x="764699" y="156688"/>
                  <a:pt x="775121" y="159666"/>
                </a:cubicBezTo>
                <a:cubicBezTo>
                  <a:pt x="789638" y="163760"/>
                  <a:pt x="806761" y="163016"/>
                  <a:pt x="823139" y="176416"/>
                </a:cubicBezTo>
                <a:cubicBezTo>
                  <a:pt x="761721" y="177533"/>
                  <a:pt x="735665" y="142171"/>
                  <a:pt x="707748" y="109414"/>
                </a:cubicBezTo>
                <a:cubicBezTo>
                  <a:pt x="697325" y="97503"/>
                  <a:pt x="690253" y="83358"/>
                  <a:pt x="681319" y="69958"/>
                </a:cubicBezTo>
                <a:cubicBezTo>
                  <a:pt x="670152" y="53580"/>
                  <a:pt x="657124" y="52835"/>
                  <a:pt x="640746" y="67352"/>
                </a:cubicBezTo>
                <a:cubicBezTo>
                  <a:pt x="626229" y="80380"/>
                  <a:pt x="619157" y="79264"/>
                  <a:pt x="614318" y="61396"/>
                </a:cubicBezTo>
                <a:cubicBezTo>
                  <a:pt x="606873" y="33479"/>
                  <a:pt x="589750" y="13751"/>
                  <a:pt x="560716" y="3701"/>
                </a:cubicBezTo>
                <a:cubicBezTo>
                  <a:pt x="554388" y="1467"/>
                  <a:pt x="546572" y="-3372"/>
                  <a:pt x="540616" y="3701"/>
                </a:cubicBezTo>
                <a:cubicBezTo>
                  <a:pt x="535405" y="9656"/>
                  <a:pt x="539871" y="16729"/>
                  <a:pt x="543594" y="21940"/>
                </a:cubicBezTo>
                <a:cubicBezTo>
                  <a:pt x="550294" y="31246"/>
                  <a:pt x="556250" y="40179"/>
                  <a:pt x="558855" y="51346"/>
                </a:cubicBezTo>
                <a:cubicBezTo>
                  <a:pt x="560716" y="58791"/>
                  <a:pt x="562578" y="66980"/>
                  <a:pt x="557366" y="72563"/>
                </a:cubicBezTo>
                <a:cubicBezTo>
                  <a:pt x="535777" y="96386"/>
                  <a:pt x="551411" y="107553"/>
                  <a:pt x="570022" y="120209"/>
                </a:cubicBezTo>
                <a:cubicBezTo>
                  <a:pt x="595706" y="137332"/>
                  <a:pt x="605756" y="162643"/>
                  <a:pt x="599801" y="192794"/>
                </a:cubicBezTo>
                <a:cubicBezTo>
                  <a:pt x="597567" y="205078"/>
                  <a:pt x="599056" y="212522"/>
                  <a:pt x="614318" y="212150"/>
                </a:cubicBezTo>
                <a:cubicBezTo>
                  <a:pt x="620273" y="212150"/>
                  <a:pt x="621762" y="216245"/>
                  <a:pt x="623996" y="220711"/>
                </a:cubicBezTo>
                <a:cubicBezTo>
                  <a:pt x="671641" y="326053"/>
                  <a:pt x="740504" y="418366"/>
                  <a:pt x="821278" y="503235"/>
                </a:cubicBezTo>
                <a:cubicBezTo>
                  <a:pt x="886791" y="572098"/>
                  <a:pt x="959004" y="634260"/>
                  <a:pt x="1033822" y="694562"/>
                </a:cubicBezTo>
                <a:cubicBezTo>
                  <a:pt x="1036055" y="696423"/>
                  <a:pt x="1038289" y="698656"/>
                  <a:pt x="1039406" y="702378"/>
                </a:cubicBezTo>
                <a:cubicBezTo>
                  <a:pt x="1004044" y="694934"/>
                  <a:pt x="973521" y="679672"/>
                  <a:pt x="944114" y="662550"/>
                </a:cubicBezTo>
                <a:cubicBezTo>
                  <a:pt x="865946" y="617138"/>
                  <a:pt x="800061" y="558325"/>
                  <a:pt x="733432" y="500629"/>
                </a:cubicBezTo>
                <a:cubicBezTo>
                  <a:pt x="692858" y="465267"/>
                  <a:pt x="651169" y="431022"/>
                  <a:pt x="606501" y="399755"/>
                </a:cubicBezTo>
                <a:cubicBezTo>
                  <a:pt x="599056" y="394543"/>
                  <a:pt x="593845" y="387843"/>
                  <a:pt x="588634" y="381143"/>
                </a:cubicBezTo>
                <a:cubicBezTo>
                  <a:pt x="585656" y="377421"/>
                  <a:pt x="581934" y="374071"/>
                  <a:pt x="575978" y="375560"/>
                </a:cubicBezTo>
                <a:cubicBezTo>
                  <a:pt x="568533" y="377421"/>
                  <a:pt x="567789" y="383004"/>
                  <a:pt x="567044" y="388588"/>
                </a:cubicBezTo>
                <a:cubicBezTo>
                  <a:pt x="564811" y="406455"/>
                  <a:pt x="569650" y="422461"/>
                  <a:pt x="578956" y="437722"/>
                </a:cubicBezTo>
                <a:cubicBezTo>
                  <a:pt x="603151" y="476806"/>
                  <a:pt x="638885" y="506957"/>
                  <a:pt x="675736" y="535619"/>
                </a:cubicBezTo>
                <a:cubicBezTo>
                  <a:pt x="723381" y="572470"/>
                  <a:pt x="769538" y="610810"/>
                  <a:pt x="811600" y="652872"/>
                </a:cubicBezTo>
                <a:cubicBezTo>
                  <a:pt x="814578" y="655850"/>
                  <a:pt x="820161" y="657711"/>
                  <a:pt x="818300" y="666272"/>
                </a:cubicBezTo>
                <a:cubicBezTo>
                  <a:pt x="791872" y="646544"/>
                  <a:pt x="766932" y="627188"/>
                  <a:pt x="741621" y="608576"/>
                </a:cubicBezTo>
                <a:cubicBezTo>
                  <a:pt x="716681" y="589965"/>
                  <a:pt x="691369" y="571353"/>
                  <a:pt x="666430" y="553114"/>
                </a:cubicBezTo>
                <a:cubicBezTo>
                  <a:pt x="660474" y="548647"/>
                  <a:pt x="654146" y="542319"/>
                  <a:pt x="645585" y="547903"/>
                </a:cubicBezTo>
                <a:cubicBezTo>
                  <a:pt x="636652" y="553486"/>
                  <a:pt x="637768" y="562792"/>
                  <a:pt x="640002" y="570236"/>
                </a:cubicBezTo>
                <a:cubicBezTo>
                  <a:pt x="647074" y="592198"/>
                  <a:pt x="659358" y="611554"/>
                  <a:pt x="675736" y="628677"/>
                </a:cubicBezTo>
                <a:cubicBezTo>
                  <a:pt x="731570" y="685256"/>
                  <a:pt x="795966" y="734018"/>
                  <a:pt x="855896" y="786875"/>
                </a:cubicBezTo>
                <a:cubicBezTo>
                  <a:pt x="888280" y="815537"/>
                  <a:pt x="918058" y="846060"/>
                  <a:pt x="946348" y="877699"/>
                </a:cubicBezTo>
                <a:cubicBezTo>
                  <a:pt x="952676" y="884772"/>
                  <a:pt x="952303" y="891472"/>
                  <a:pt x="950442" y="899661"/>
                </a:cubicBezTo>
                <a:cubicBezTo>
                  <a:pt x="942998" y="932790"/>
                  <a:pt x="954537" y="943957"/>
                  <a:pt x="991760" y="937629"/>
                </a:cubicBezTo>
                <a:cubicBezTo>
                  <a:pt x="1003299" y="935767"/>
                  <a:pt x="1011116" y="937629"/>
                  <a:pt x="1018188" y="945445"/>
                </a:cubicBezTo>
                <a:cubicBezTo>
                  <a:pt x="1103802" y="1042225"/>
                  <a:pt x="1205048" y="1123744"/>
                  <a:pt x="1315601" y="1196329"/>
                </a:cubicBezTo>
                <a:cubicBezTo>
                  <a:pt x="1360641" y="1225735"/>
                  <a:pt x="1407170" y="1253653"/>
                  <a:pt x="1454443" y="1279709"/>
                </a:cubicBezTo>
                <a:cubicBezTo>
                  <a:pt x="1454443" y="1281570"/>
                  <a:pt x="1454443" y="1283804"/>
                  <a:pt x="1454443" y="1285665"/>
                </a:cubicBezTo>
                <a:cubicBezTo>
                  <a:pt x="1454071" y="1288270"/>
                  <a:pt x="1453699" y="1289759"/>
                  <a:pt x="1453327" y="1291993"/>
                </a:cubicBezTo>
                <a:cubicBezTo>
                  <a:pt x="1386697" y="1251792"/>
                  <a:pt x="1320812" y="1210474"/>
                  <a:pt x="1256416" y="1166923"/>
                </a:cubicBezTo>
                <a:cubicBezTo>
                  <a:pt x="1081840" y="1048926"/>
                  <a:pt x="915080" y="922367"/>
                  <a:pt x="745715" y="798786"/>
                </a:cubicBezTo>
                <a:cubicBezTo>
                  <a:pt x="688764" y="757096"/>
                  <a:pt x="643724" y="703867"/>
                  <a:pt x="592356" y="656966"/>
                </a:cubicBezTo>
                <a:cubicBezTo>
                  <a:pt x="558111" y="625699"/>
                  <a:pt x="525354" y="592943"/>
                  <a:pt x="485526" y="567259"/>
                </a:cubicBezTo>
                <a:cubicBezTo>
                  <a:pt x="469148" y="556836"/>
                  <a:pt x="452025" y="547530"/>
                  <a:pt x="430063" y="550136"/>
                </a:cubicBezTo>
                <a:cubicBezTo>
                  <a:pt x="421502" y="551253"/>
                  <a:pt x="411824" y="553486"/>
                  <a:pt x="408846" y="563164"/>
                </a:cubicBezTo>
                <a:cubicBezTo>
                  <a:pt x="406240" y="572842"/>
                  <a:pt x="414057" y="577309"/>
                  <a:pt x="421130" y="581403"/>
                </a:cubicBezTo>
                <a:cubicBezTo>
                  <a:pt x="422991" y="582520"/>
                  <a:pt x="424852" y="584009"/>
                  <a:pt x="426713" y="584009"/>
                </a:cubicBezTo>
                <a:cubicBezTo>
                  <a:pt x="462075" y="586242"/>
                  <a:pt x="470264" y="614532"/>
                  <a:pt x="487015" y="635005"/>
                </a:cubicBezTo>
                <a:cubicBezTo>
                  <a:pt x="492226" y="641333"/>
                  <a:pt x="492598" y="647661"/>
                  <a:pt x="487015" y="655105"/>
                </a:cubicBezTo>
                <a:cubicBezTo>
                  <a:pt x="476964" y="668505"/>
                  <a:pt x="484037" y="674461"/>
                  <a:pt x="497437" y="678183"/>
                </a:cubicBezTo>
                <a:cubicBezTo>
                  <a:pt x="510837" y="681906"/>
                  <a:pt x="525354" y="683022"/>
                  <a:pt x="539871" y="691584"/>
                </a:cubicBezTo>
                <a:cubicBezTo>
                  <a:pt x="516793" y="698656"/>
                  <a:pt x="500787" y="691212"/>
                  <a:pt x="485898" y="681906"/>
                </a:cubicBezTo>
                <a:cubicBezTo>
                  <a:pt x="452397" y="661433"/>
                  <a:pt x="430808" y="631282"/>
                  <a:pt x="410335" y="600387"/>
                </a:cubicBezTo>
                <a:cubicBezTo>
                  <a:pt x="406240" y="594431"/>
                  <a:pt x="402890" y="587731"/>
                  <a:pt x="397307" y="582892"/>
                </a:cubicBezTo>
                <a:cubicBezTo>
                  <a:pt x="386884" y="573214"/>
                  <a:pt x="375717" y="572098"/>
                  <a:pt x="363062" y="584009"/>
                </a:cubicBezTo>
                <a:cubicBezTo>
                  <a:pt x="346311" y="599643"/>
                  <a:pt x="340356" y="598526"/>
                  <a:pt x="334772" y="578426"/>
                </a:cubicBezTo>
                <a:cubicBezTo>
                  <a:pt x="327327" y="551253"/>
                  <a:pt x="310577" y="532269"/>
                  <a:pt x="281915" y="522219"/>
                </a:cubicBezTo>
                <a:cubicBezTo>
                  <a:pt x="275960" y="519985"/>
                  <a:pt x="269632" y="517007"/>
                  <a:pt x="263304" y="521846"/>
                </a:cubicBezTo>
                <a:cubicBezTo>
                  <a:pt x="256604" y="527430"/>
                  <a:pt x="261070" y="533013"/>
                  <a:pt x="263676" y="538225"/>
                </a:cubicBezTo>
                <a:cubicBezTo>
                  <a:pt x="267398" y="546414"/>
                  <a:pt x="271865" y="554603"/>
                  <a:pt x="275215" y="563164"/>
                </a:cubicBezTo>
                <a:cubicBezTo>
                  <a:pt x="281171" y="576937"/>
                  <a:pt x="282288" y="591454"/>
                  <a:pt x="271121" y="604854"/>
                </a:cubicBezTo>
                <a:cubicBezTo>
                  <a:pt x="262931" y="614532"/>
                  <a:pt x="263676" y="620860"/>
                  <a:pt x="274471" y="627560"/>
                </a:cubicBezTo>
                <a:cubicBezTo>
                  <a:pt x="309088" y="648405"/>
                  <a:pt x="331050" y="675578"/>
                  <a:pt x="319138" y="718012"/>
                </a:cubicBezTo>
                <a:cubicBezTo>
                  <a:pt x="317277" y="723968"/>
                  <a:pt x="319511" y="729924"/>
                  <a:pt x="326583" y="729551"/>
                </a:cubicBezTo>
                <a:cubicBezTo>
                  <a:pt x="342217" y="728435"/>
                  <a:pt x="344822" y="738113"/>
                  <a:pt x="349289" y="748163"/>
                </a:cubicBezTo>
                <a:cubicBezTo>
                  <a:pt x="392840" y="844571"/>
                  <a:pt x="455747" y="928695"/>
                  <a:pt x="528332" y="1007608"/>
                </a:cubicBezTo>
                <a:cubicBezTo>
                  <a:pt x="600173" y="1085777"/>
                  <a:pt x="680947" y="1155756"/>
                  <a:pt x="766932" y="1222758"/>
                </a:cubicBezTo>
                <a:cubicBezTo>
                  <a:pt x="742737" y="1220524"/>
                  <a:pt x="711470" y="1206752"/>
                  <a:pt x="681319" y="1190746"/>
                </a:cubicBezTo>
                <a:cubicBezTo>
                  <a:pt x="601662" y="1147939"/>
                  <a:pt x="536149" y="1089871"/>
                  <a:pt x="469520" y="1032920"/>
                </a:cubicBezTo>
                <a:cubicBezTo>
                  <a:pt x="422991" y="993091"/>
                  <a:pt x="377579" y="952146"/>
                  <a:pt x="325466" y="917900"/>
                </a:cubicBezTo>
                <a:cubicBezTo>
                  <a:pt x="319511" y="914178"/>
                  <a:pt x="315416" y="909339"/>
                  <a:pt x="312066" y="903383"/>
                </a:cubicBezTo>
                <a:cubicBezTo>
                  <a:pt x="309088" y="898172"/>
                  <a:pt x="304621" y="893333"/>
                  <a:pt x="296805" y="895566"/>
                </a:cubicBezTo>
                <a:cubicBezTo>
                  <a:pt x="288988" y="898172"/>
                  <a:pt x="288243" y="904872"/>
                  <a:pt x="288243" y="910828"/>
                </a:cubicBezTo>
                <a:cubicBezTo>
                  <a:pt x="289360" y="933162"/>
                  <a:pt x="295688" y="953262"/>
                  <a:pt x="309460" y="971129"/>
                </a:cubicBezTo>
                <a:cubicBezTo>
                  <a:pt x="336261" y="1006864"/>
                  <a:pt x="371995" y="1034781"/>
                  <a:pt x="407729" y="1062698"/>
                </a:cubicBezTo>
                <a:cubicBezTo>
                  <a:pt x="457236" y="1101038"/>
                  <a:pt x="503021" y="1142728"/>
                  <a:pt x="544338" y="1189257"/>
                </a:cubicBezTo>
                <a:cubicBezTo>
                  <a:pt x="514560" y="1166551"/>
                  <a:pt x="484781" y="1143472"/>
                  <a:pt x="454630" y="1120766"/>
                </a:cubicBezTo>
                <a:cubicBezTo>
                  <a:pt x="431924" y="1103644"/>
                  <a:pt x="408474" y="1087265"/>
                  <a:pt x="385396" y="1070515"/>
                </a:cubicBezTo>
                <a:cubicBezTo>
                  <a:pt x="379812" y="1066421"/>
                  <a:pt x="373856" y="1061954"/>
                  <a:pt x="366040" y="1067537"/>
                </a:cubicBezTo>
                <a:cubicBezTo>
                  <a:pt x="358967" y="1072376"/>
                  <a:pt x="360084" y="1079449"/>
                  <a:pt x="361573" y="1086149"/>
                </a:cubicBezTo>
                <a:cubicBezTo>
                  <a:pt x="367156" y="1112577"/>
                  <a:pt x="382790" y="1133794"/>
                  <a:pt x="402146" y="1152778"/>
                </a:cubicBezTo>
                <a:cubicBezTo>
                  <a:pt x="425596" y="1175484"/>
                  <a:pt x="450164" y="1197074"/>
                  <a:pt x="475475" y="1218663"/>
                </a:cubicBezTo>
                <a:cubicBezTo>
                  <a:pt x="448303" y="1212707"/>
                  <a:pt x="421130" y="1206752"/>
                  <a:pt x="393957" y="1201913"/>
                </a:cubicBezTo>
                <a:cubicBezTo>
                  <a:pt x="406240" y="1245091"/>
                  <a:pt x="434902" y="1253653"/>
                  <a:pt x="460586" y="1260353"/>
                </a:cubicBezTo>
                <a:cubicBezTo>
                  <a:pt x="495204" y="1268914"/>
                  <a:pt x="528332" y="1279709"/>
                  <a:pt x="561089" y="1291993"/>
                </a:cubicBezTo>
                <a:cubicBezTo>
                  <a:pt x="574861" y="1304276"/>
                  <a:pt x="588634" y="1316188"/>
                  <a:pt x="602034" y="1328843"/>
                </a:cubicBezTo>
                <a:cubicBezTo>
                  <a:pt x="615807" y="1341872"/>
                  <a:pt x="628835" y="1354900"/>
                  <a:pt x="641863" y="1368672"/>
                </a:cubicBezTo>
                <a:cubicBezTo>
                  <a:pt x="651169" y="1378722"/>
                  <a:pt x="662335" y="1387284"/>
                  <a:pt x="651541" y="1404406"/>
                </a:cubicBezTo>
                <a:cubicBezTo>
                  <a:pt x="646702" y="1412223"/>
                  <a:pt x="678341" y="1454658"/>
                  <a:pt x="688392" y="1457263"/>
                </a:cubicBezTo>
                <a:cubicBezTo>
                  <a:pt x="689881" y="1457635"/>
                  <a:pt x="691369" y="1458008"/>
                  <a:pt x="692486" y="1458008"/>
                </a:cubicBezTo>
                <a:cubicBezTo>
                  <a:pt x="714076" y="1456519"/>
                  <a:pt x="718915" y="1469175"/>
                  <a:pt x="719287" y="1485181"/>
                </a:cubicBezTo>
                <a:cubicBezTo>
                  <a:pt x="719659" y="1500814"/>
                  <a:pt x="715937" y="1520170"/>
                  <a:pt x="745343" y="1512353"/>
                </a:cubicBezTo>
                <a:cubicBezTo>
                  <a:pt x="748693" y="1511609"/>
                  <a:pt x="749438" y="1513842"/>
                  <a:pt x="750926" y="1516448"/>
                </a:cubicBezTo>
                <a:cubicBezTo>
                  <a:pt x="782938" y="1583077"/>
                  <a:pt x="836912" y="1634445"/>
                  <a:pt x="890141" y="1685813"/>
                </a:cubicBezTo>
                <a:cubicBezTo>
                  <a:pt x="893119" y="1688419"/>
                  <a:pt x="896097" y="1691024"/>
                  <a:pt x="899074" y="1693630"/>
                </a:cubicBezTo>
                <a:cubicBezTo>
                  <a:pt x="843240" y="1680602"/>
                  <a:pt x="658985" y="1663851"/>
                  <a:pt x="605012" y="1669435"/>
                </a:cubicBezTo>
                <a:cubicBezTo>
                  <a:pt x="556994" y="1674274"/>
                  <a:pt x="285638" y="1593128"/>
                  <a:pt x="229431" y="1545110"/>
                </a:cubicBezTo>
                <a:cubicBezTo>
                  <a:pt x="221614" y="1582705"/>
                  <a:pt x="238364" y="1597594"/>
                  <a:pt x="251765" y="1614717"/>
                </a:cubicBezTo>
                <a:cubicBezTo>
                  <a:pt x="270748" y="1638912"/>
                  <a:pt x="273726" y="1656035"/>
                  <a:pt x="237992" y="1675391"/>
                </a:cubicBezTo>
                <a:cubicBezTo>
                  <a:pt x="135628" y="1730481"/>
                  <a:pt x="136745" y="1732342"/>
                  <a:pt x="232781" y="1807160"/>
                </a:cubicBezTo>
                <a:cubicBezTo>
                  <a:pt x="237248" y="1810511"/>
                  <a:pt x="235014" y="1821305"/>
                  <a:pt x="236131" y="1828750"/>
                </a:cubicBezTo>
                <a:cubicBezTo>
                  <a:pt x="211191" y="1839917"/>
                  <a:pt x="181785" y="1810883"/>
                  <a:pt x="152007" y="1842150"/>
                </a:cubicBezTo>
                <a:cubicBezTo>
                  <a:pt x="280426" y="1979503"/>
                  <a:pt x="475848" y="2110157"/>
                  <a:pt x="653030" y="2213265"/>
                </a:cubicBezTo>
                <a:cubicBezTo>
                  <a:pt x="509721" y="2247138"/>
                  <a:pt x="423735" y="2128024"/>
                  <a:pt x="318394" y="2143285"/>
                </a:cubicBezTo>
                <a:cubicBezTo>
                  <a:pt x="265909" y="2180508"/>
                  <a:pt x="422246" y="2240810"/>
                  <a:pt x="272982" y="2258305"/>
                </a:cubicBezTo>
                <a:cubicBezTo>
                  <a:pt x="337750" y="2291061"/>
                  <a:pt x="385768" y="2323073"/>
                  <a:pt x="430435" y="2360668"/>
                </a:cubicBezTo>
                <a:cubicBezTo>
                  <a:pt x="509721" y="2428042"/>
                  <a:pt x="525354" y="2472710"/>
                  <a:pt x="488876" y="2563162"/>
                </a:cubicBezTo>
                <a:cubicBezTo>
                  <a:pt x="464681" y="2622719"/>
                  <a:pt x="429691" y="2677437"/>
                  <a:pt x="460586" y="2748533"/>
                </a:cubicBezTo>
                <a:cubicBezTo>
                  <a:pt x="481803" y="2797295"/>
                  <a:pt x="473614" y="2829307"/>
                  <a:pt x="393212" y="2807345"/>
                </a:cubicBezTo>
                <a:cubicBezTo>
                  <a:pt x="306483" y="2783895"/>
                  <a:pt x="273726" y="2827818"/>
                  <a:pt x="295688" y="2913059"/>
                </a:cubicBezTo>
                <a:cubicBezTo>
                  <a:pt x="309833" y="2967777"/>
                  <a:pt x="294943" y="2984900"/>
                  <a:pt x="235386" y="2978572"/>
                </a:cubicBezTo>
                <a:cubicBezTo>
                  <a:pt x="169501" y="2971499"/>
                  <a:pt x="106967" y="2935765"/>
                  <a:pt x="25448" y="2952888"/>
                </a:cubicBezTo>
                <a:cubicBezTo>
                  <a:pt x="90588" y="3052646"/>
                  <a:pt x="229803" y="3024356"/>
                  <a:pt x="305738" y="3119275"/>
                </a:cubicBezTo>
                <a:cubicBezTo>
                  <a:pt x="215286" y="3119647"/>
                  <a:pt x="146051" y="3119275"/>
                  <a:pt x="79049" y="3098430"/>
                </a:cubicBezTo>
                <a:cubicBezTo>
                  <a:pt x="51132" y="3089869"/>
                  <a:pt x="20609" y="3081308"/>
                  <a:pt x="4975" y="3109969"/>
                </a:cubicBezTo>
                <a:cubicBezTo>
                  <a:pt x="-13636" y="3144587"/>
                  <a:pt x="24331" y="3157615"/>
                  <a:pt x="47037" y="3163943"/>
                </a:cubicBezTo>
                <a:cubicBezTo>
                  <a:pt x="111061" y="3181438"/>
                  <a:pt x="160196" y="3222755"/>
                  <a:pt x="213425" y="3255139"/>
                </a:cubicBezTo>
                <a:cubicBezTo>
                  <a:pt x="329933" y="3326236"/>
                  <a:pt x="457981" y="3385420"/>
                  <a:pt x="556622" y="3502301"/>
                </a:cubicBezTo>
                <a:cubicBezTo>
                  <a:pt x="432669" y="3472523"/>
                  <a:pt x="339983" y="3402915"/>
                  <a:pt x="224592" y="3388771"/>
                </a:cubicBezTo>
                <a:cubicBezTo>
                  <a:pt x="324722" y="3495601"/>
                  <a:pt x="453142" y="3565208"/>
                  <a:pt x="574861" y="3643004"/>
                </a:cubicBezTo>
                <a:cubicBezTo>
                  <a:pt x="609479" y="3664966"/>
                  <a:pt x="644841" y="3679855"/>
                  <a:pt x="652657" y="3727501"/>
                </a:cubicBezTo>
                <a:cubicBezTo>
                  <a:pt x="667919" y="3819814"/>
                  <a:pt x="712959" y="3896494"/>
                  <a:pt x="810111" y="3937067"/>
                </a:cubicBezTo>
                <a:cubicBezTo>
                  <a:pt x="810856" y="3937439"/>
                  <a:pt x="805644" y="3951212"/>
                  <a:pt x="802294" y="3960890"/>
                </a:cubicBezTo>
                <a:cubicBezTo>
                  <a:pt x="743110" y="3963868"/>
                  <a:pt x="696581" y="3909149"/>
                  <a:pt x="620646" y="3927017"/>
                </a:cubicBezTo>
                <a:cubicBezTo>
                  <a:pt x="692858" y="4001091"/>
                  <a:pt x="753532" y="4067720"/>
                  <a:pt x="856268" y="4103082"/>
                </a:cubicBezTo>
                <a:cubicBezTo>
                  <a:pt x="938531" y="4131372"/>
                  <a:pt x="1040150" y="4147377"/>
                  <a:pt x="1099707" y="4238574"/>
                </a:cubicBezTo>
                <a:cubicBezTo>
                  <a:pt x="1030472" y="4256441"/>
                  <a:pt x="978732" y="4234107"/>
                  <a:pt x="926992" y="4218102"/>
                </a:cubicBezTo>
                <a:cubicBezTo>
                  <a:pt x="847334" y="4193534"/>
                  <a:pt x="769166" y="4165617"/>
                  <a:pt x="689508" y="4140677"/>
                </a:cubicBezTo>
                <a:cubicBezTo>
                  <a:pt x="659358" y="4131372"/>
                  <a:pt x="626229" y="4124299"/>
                  <a:pt x="606873" y="4169711"/>
                </a:cubicBezTo>
                <a:cubicBezTo>
                  <a:pt x="707748" y="4179389"/>
                  <a:pt x="768421" y="4240435"/>
                  <a:pt x="831701" y="4297759"/>
                </a:cubicBezTo>
                <a:cubicBezTo>
                  <a:pt x="867435" y="4330143"/>
                  <a:pt x="896469" y="4373322"/>
                  <a:pt x="960493" y="4356944"/>
                </a:cubicBezTo>
                <a:cubicBezTo>
                  <a:pt x="994366" y="4348382"/>
                  <a:pt x="1015955" y="4372578"/>
                  <a:pt x="1012233" y="4402356"/>
                </a:cubicBezTo>
                <a:cubicBezTo>
                  <a:pt x="999577" y="4507325"/>
                  <a:pt x="1078118" y="4544176"/>
                  <a:pt x="1159636" y="4564276"/>
                </a:cubicBezTo>
                <a:cubicBezTo>
                  <a:pt x="1313740" y="4602616"/>
                  <a:pt x="1442160" y="4692324"/>
                  <a:pt x="1592169" y="4741458"/>
                </a:cubicBezTo>
                <a:cubicBezTo>
                  <a:pt x="1738083" y="4789104"/>
                  <a:pt x="2833187" y="5010209"/>
                  <a:pt x="3110499" y="5032171"/>
                </a:cubicBezTo>
                <a:cubicBezTo>
                  <a:pt x="4807501" y="5166546"/>
                  <a:pt x="6028047" y="4106432"/>
                  <a:pt x="6033630" y="4091915"/>
                </a:cubicBezTo>
                <a:cubicBezTo>
                  <a:pt x="6059314" y="4023797"/>
                  <a:pt x="6122965" y="3994390"/>
                  <a:pt x="6180661" y="3957912"/>
                </a:cubicBezTo>
                <a:cubicBezTo>
                  <a:pt x="6230913" y="3925900"/>
                  <a:pt x="6284514" y="3892027"/>
                  <a:pt x="6305359" y="3837309"/>
                </a:cubicBezTo>
                <a:cubicBezTo>
                  <a:pt x="6332904" y="3764724"/>
                  <a:pt x="6254735" y="3824281"/>
                  <a:pt x="6240218" y="3796364"/>
                </a:cubicBezTo>
                <a:cubicBezTo>
                  <a:pt x="6269997" y="3758768"/>
                  <a:pt x="6316153" y="3724151"/>
                  <a:pt x="6328437" y="3681344"/>
                </a:cubicBezTo>
                <a:cubicBezTo>
                  <a:pt x="6372361" y="3526496"/>
                  <a:pt x="6466907" y="3413710"/>
                  <a:pt x="6608355" y="3326236"/>
                </a:cubicBezTo>
                <a:cubicBezTo>
                  <a:pt x="6648928" y="3300924"/>
                  <a:pt x="6675729" y="3255512"/>
                  <a:pt x="6731191" y="3248067"/>
                </a:cubicBezTo>
                <a:cubicBezTo>
                  <a:pt x="6854400" y="3232061"/>
                  <a:pt x="6815315" y="3106992"/>
                  <a:pt x="6880456" y="3051529"/>
                </a:cubicBezTo>
                <a:cubicBezTo>
                  <a:pt x="6892739" y="3041107"/>
                  <a:pt x="6903907" y="2777939"/>
                  <a:pt x="6901673" y="2763795"/>
                </a:cubicBezTo>
                <a:cubicBezTo>
                  <a:pt x="6898323" y="2743322"/>
                  <a:pt x="6883806" y="2966288"/>
                  <a:pt x="6871150" y="2948421"/>
                </a:cubicBezTo>
                <a:cubicBezTo>
                  <a:pt x="6858494" y="2930182"/>
                  <a:pt x="6839138" y="2914176"/>
                  <a:pt x="6848444" y="2890353"/>
                </a:cubicBezTo>
                <a:cubicBezTo>
                  <a:pt x="6852166" y="2880303"/>
                  <a:pt x="6849561" y="2846058"/>
                  <a:pt x="6878223" y="2873230"/>
                </a:cubicBezTo>
                <a:cubicBezTo>
                  <a:pt x="6956763" y="2946932"/>
                  <a:pt x="6870778" y="2578051"/>
                  <a:pt x="6762459" y="2568745"/>
                </a:cubicBezTo>
                <a:cubicBezTo>
                  <a:pt x="6801915" y="2465637"/>
                  <a:pt x="6801915" y="2465637"/>
                  <a:pt x="6673123" y="2451493"/>
                </a:cubicBezTo>
                <a:cubicBezTo>
                  <a:pt x="6722630" y="2385980"/>
                  <a:pt x="6722630" y="2369229"/>
                  <a:pt x="6662700" y="2346896"/>
                </a:cubicBezTo>
                <a:cubicBezTo>
                  <a:pt x="6605005" y="2325306"/>
                  <a:pt x="6540981" y="2318234"/>
                  <a:pt x="6487752" y="2285105"/>
                </a:cubicBezTo>
                <a:cubicBezTo>
                  <a:pt x="6536887" y="2201353"/>
                  <a:pt x="6550659" y="2104573"/>
                  <a:pt x="6652278" y="2063628"/>
                </a:cubicBezTo>
                <a:cubicBezTo>
                  <a:pt x="6668284" y="2057300"/>
                  <a:pt x="6679079" y="2031988"/>
                  <a:pt x="6668656" y="2017843"/>
                </a:cubicBezTo>
                <a:cubicBezTo>
                  <a:pt x="6631805" y="1965359"/>
                  <a:pt x="6684662" y="1864856"/>
                  <a:pt x="6570015" y="1854062"/>
                </a:cubicBezTo>
                <a:cubicBezTo>
                  <a:pt x="6555870" y="1852573"/>
                  <a:pt x="6542842" y="1842150"/>
                  <a:pt x="6554009" y="1827633"/>
                </a:cubicBezTo>
                <a:cubicBezTo>
                  <a:pt x="6592349" y="1778126"/>
                  <a:pt x="6545820" y="1781476"/>
                  <a:pt x="6517531" y="1775149"/>
                </a:cubicBezTo>
                <a:cubicBezTo>
                  <a:pt x="6483285" y="1767704"/>
                  <a:pt x="6444573" y="1789293"/>
                  <a:pt x="6412934" y="1762493"/>
                </a:cubicBezTo>
                <a:cubicBezTo>
                  <a:pt x="6420378" y="1734203"/>
                  <a:pt x="6447923" y="1734575"/>
                  <a:pt x="6467279" y="1725642"/>
                </a:cubicBezTo>
                <a:cubicBezTo>
                  <a:pt x="6523858" y="1699213"/>
                  <a:pt x="6570015" y="1667946"/>
                  <a:pt x="6572621" y="1600200"/>
                </a:cubicBezTo>
                <a:cubicBezTo>
                  <a:pt x="6574854" y="1545482"/>
                  <a:pt x="6580810" y="1497092"/>
                  <a:pt x="6502641" y="1480341"/>
                </a:cubicBezTo>
                <a:cubicBezTo>
                  <a:pt x="6490358" y="1477736"/>
                  <a:pt x="6484030" y="1470664"/>
                  <a:pt x="6481796" y="1461358"/>
                </a:cubicBezTo>
                <a:cubicBezTo>
                  <a:pt x="6490730" y="1452424"/>
                  <a:pt x="6499291" y="1443118"/>
                  <a:pt x="6509713" y="1436418"/>
                </a:cubicBezTo>
                <a:cubicBezTo>
                  <a:pt x="6544703" y="1414457"/>
                  <a:pt x="6556615" y="1382072"/>
                  <a:pt x="6567037" y="1348199"/>
                </a:cubicBezTo>
                <a:cubicBezTo>
                  <a:pt x="6573737" y="1326610"/>
                  <a:pt x="6581554" y="1305393"/>
                  <a:pt x="6596816" y="1286781"/>
                </a:cubicBezTo>
                <a:cubicBezTo>
                  <a:pt x="6606122" y="1275242"/>
                  <a:pt x="6617661" y="1266681"/>
                  <a:pt x="6632178" y="1261842"/>
                </a:cubicBezTo>
                <a:cubicBezTo>
                  <a:pt x="6644833" y="1257375"/>
                  <a:pt x="6648556" y="1251419"/>
                  <a:pt x="6639994" y="1240625"/>
                </a:cubicBezTo>
                <a:cubicBezTo>
                  <a:pt x="6615799" y="1209729"/>
                  <a:pt x="6606122" y="1175856"/>
                  <a:pt x="6622127" y="1136400"/>
                </a:cubicBezTo>
                <a:cubicBezTo>
                  <a:pt x="6626967" y="1124489"/>
                  <a:pt x="6623617" y="1114066"/>
                  <a:pt x="6612077" y="1109599"/>
                </a:cubicBezTo>
                <a:cubicBezTo>
                  <a:pt x="6564059" y="1090616"/>
                  <a:pt x="6552148" y="1046692"/>
                  <a:pt x="6531675" y="1009469"/>
                </a:cubicBezTo>
                <a:cubicBezTo>
                  <a:pt x="6502641" y="956612"/>
                  <a:pt x="6476213" y="902639"/>
                  <a:pt x="6456113" y="845315"/>
                </a:cubicBezTo>
                <a:cubicBezTo>
                  <a:pt x="6444201" y="811070"/>
                  <a:pt x="6432662" y="777197"/>
                  <a:pt x="6440851" y="739229"/>
                </a:cubicBezTo>
                <a:cubicBezTo>
                  <a:pt x="6442712" y="729924"/>
                  <a:pt x="6439362" y="722107"/>
                  <a:pt x="6434523" y="715034"/>
                </a:cubicBezTo>
                <a:cubicBezTo>
                  <a:pt x="6414050" y="684139"/>
                  <a:pt x="6416656" y="651383"/>
                  <a:pt x="6432290" y="617510"/>
                </a:cubicBezTo>
                <a:cubicBezTo>
                  <a:pt x="6441968" y="597037"/>
                  <a:pt x="6440851" y="594431"/>
                  <a:pt x="6416284" y="595176"/>
                </a:cubicBezTo>
                <a:cubicBezTo>
                  <a:pt x="6366405" y="596293"/>
                  <a:pt x="6316898" y="598154"/>
                  <a:pt x="6267763" y="591826"/>
                </a:cubicBezTo>
                <a:cubicBezTo>
                  <a:pt x="6212673" y="584753"/>
                  <a:pt x="6194806" y="568375"/>
                  <a:pt x="6236496" y="521102"/>
                </a:cubicBezTo>
                <a:cubicBezTo>
                  <a:pt x="6245430" y="511052"/>
                  <a:pt x="6253246" y="499885"/>
                  <a:pt x="6257341" y="487229"/>
                </a:cubicBezTo>
                <a:cubicBezTo>
                  <a:pt x="6260319" y="477179"/>
                  <a:pt x="6257713" y="470106"/>
                  <a:pt x="6248780" y="465267"/>
                </a:cubicBezTo>
                <a:cubicBezTo>
                  <a:pt x="6238357" y="459312"/>
                  <a:pt x="6232774" y="467501"/>
                  <a:pt x="6226818" y="473456"/>
                </a:cubicBezTo>
                <a:cubicBezTo>
                  <a:pt x="6194434" y="505468"/>
                  <a:pt x="6153861" y="527430"/>
                  <a:pt x="6115149" y="551625"/>
                </a:cubicBezTo>
                <a:cubicBezTo>
                  <a:pt x="6059686" y="586615"/>
                  <a:pt x="6001246" y="617510"/>
                  <a:pt x="5951739" y="659944"/>
                </a:cubicBezTo>
                <a:cubicBezTo>
                  <a:pt x="5939084" y="670739"/>
                  <a:pt x="5918611" y="662550"/>
                  <a:pt x="5917122" y="644310"/>
                </a:cubicBezTo>
                <a:cubicBezTo>
                  <a:pt x="5915633" y="626071"/>
                  <a:pt x="5905583" y="626071"/>
                  <a:pt x="5890694" y="630538"/>
                </a:cubicBezTo>
                <a:cubicBezTo>
                  <a:pt x="5872826" y="635749"/>
                  <a:pt x="5854959" y="640960"/>
                  <a:pt x="5837464" y="646916"/>
                </a:cubicBezTo>
                <a:cubicBezTo>
                  <a:pt x="5819225" y="653244"/>
                  <a:pt x="5811036" y="666644"/>
                  <a:pt x="5809175" y="683395"/>
                </a:cubicBezTo>
                <a:cubicBezTo>
                  <a:pt x="5808430" y="689723"/>
                  <a:pt x="5808803" y="697539"/>
                  <a:pt x="5815503" y="698656"/>
                </a:cubicBezTo>
                <a:cubicBezTo>
                  <a:pt x="5843048" y="703495"/>
                  <a:pt x="5755201" y="682278"/>
                  <a:pt x="5746268" y="667389"/>
                </a:cubicBezTo>
                <a:cubicBezTo>
                  <a:pt x="5745896" y="666644"/>
                  <a:pt x="5525907" y="720246"/>
                  <a:pt x="5458905" y="754119"/>
                </a:cubicBezTo>
                <a:close/>
                <a:moveTo>
                  <a:pt x="885302" y="1333310"/>
                </a:moveTo>
                <a:cubicBezTo>
                  <a:pt x="877857" y="1326982"/>
                  <a:pt x="870040" y="1321027"/>
                  <a:pt x="862596" y="1314326"/>
                </a:cubicBezTo>
                <a:cubicBezTo>
                  <a:pt x="863712" y="1312837"/>
                  <a:pt x="865201" y="1311349"/>
                  <a:pt x="866318" y="1309860"/>
                </a:cubicBezTo>
                <a:cubicBezTo>
                  <a:pt x="881580" y="1320282"/>
                  <a:pt x="896841" y="1330705"/>
                  <a:pt x="912103" y="1341127"/>
                </a:cubicBezTo>
                <a:cubicBezTo>
                  <a:pt x="903541" y="1338522"/>
                  <a:pt x="894235" y="1335916"/>
                  <a:pt x="885302" y="1333310"/>
                </a:cubicBezTo>
                <a:close/>
                <a:moveTo>
                  <a:pt x="1140280" y="787619"/>
                </a:moveTo>
                <a:cubicBezTo>
                  <a:pt x="1231849" y="850154"/>
                  <a:pt x="1323418" y="913061"/>
                  <a:pt x="1414987" y="975596"/>
                </a:cubicBezTo>
                <a:cubicBezTo>
                  <a:pt x="1413498" y="977085"/>
                  <a:pt x="1412381" y="978574"/>
                  <a:pt x="1410892" y="980063"/>
                </a:cubicBezTo>
                <a:cubicBezTo>
                  <a:pt x="1310390" y="927206"/>
                  <a:pt x="1215471" y="868394"/>
                  <a:pt x="1140280" y="7876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E7B6A0-8B4F-70B7-4055-7628E464CA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25473" y="1924619"/>
            <a:ext cx="5541054" cy="1655378"/>
          </a:xfrm>
        </p:spPr>
        <p:txBody>
          <a:bodyPr>
            <a:normAutofit/>
          </a:bodyPr>
          <a:lstStyle/>
          <a:p>
            <a:r>
              <a:rPr lang="en-GB" sz="4400" dirty="0"/>
              <a:t>Santa Trackers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4F0F23-33AE-E021-FD7D-3837BA99E1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80419" y="3668285"/>
            <a:ext cx="4431162" cy="1337967"/>
          </a:xfrm>
        </p:spPr>
        <p:txBody>
          <a:bodyPr>
            <a:normAutofit/>
          </a:bodyPr>
          <a:lstStyle/>
          <a:p>
            <a:r>
              <a:rPr lang="en-GB" sz="1800" dirty="0"/>
              <a:t>Motion Capture Technologies</a:t>
            </a:r>
          </a:p>
          <a:p>
            <a:r>
              <a:rPr lang="en-GB" sz="1800" dirty="0"/>
              <a:t>Made By Callum Wade 2404781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33555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70A1295-61BC-4214-AA3E-D39667302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1ECEB4-BABF-80F7-733F-72B43BA3ED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052"/>
          <a:stretch>
            <a:fillRect/>
          </a:stretch>
        </p:blipFill>
        <p:spPr>
          <a:xfrm>
            <a:off x="-1" y="10"/>
            <a:ext cx="12192001" cy="4201449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B139475-2B26-4CA9-9413-DE741E49F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2941813"/>
            <a:ext cx="12188952" cy="1828800"/>
            <a:chOff x="-305" y="3144820"/>
            <a:chExt cx="9182100" cy="1551136"/>
          </a:xfrm>
        </p:grpSpPr>
        <p:sp useBgFill="1">
          <p:nvSpPr>
            <p:cNvPr id="13" name="Freeform: Shape 12">
              <a:extLst>
                <a:ext uri="{FF2B5EF4-FFF2-40B4-BE49-F238E27FC236}">
                  <a16:creationId xmlns:a16="http://schemas.microsoft.com/office/drawing/2014/main" id="{16C6BF63-6277-4C39-BE5D-3C341662C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676854"/>
              <a:ext cx="9182100" cy="1019102"/>
            </a:xfrm>
            <a:custGeom>
              <a:avLst/>
              <a:gdLst>
                <a:gd name="connsiteX0" fmla="*/ 0 w 9182100"/>
                <a:gd name="connsiteY0" fmla="*/ 1019102 h 1019102"/>
                <a:gd name="connsiteX1" fmla="*/ 9182100 w 9182100"/>
                <a:gd name="connsiteY1" fmla="*/ 1019102 h 1019102"/>
                <a:gd name="connsiteX2" fmla="*/ 9182100 w 9182100"/>
                <a:gd name="connsiteY2" fmla="*/ 273009 h 1019102"/>
                <a:gd name="connsiteX3" fmla="*/ 9065895 w 9182100"/>
                <a:gd name="connsiteY3" fmla="*/ 278343 h 1019102"/>
                <a:gd name="connsiteX4" fmla="*/ 8261890 w 9182100"/>
                <a:gd name="connsiteY4" fmla="*/ 257769 h 1019102"/>
                <a:gd name="connsiteX5" fmla="*/ 8038624 w 9182100"/>
                <a:gd name="connsiteY5" fmla="*/ 235956 h 1019102"/>
                <a:gd name="connsiteX6" fmla="*/ 7862221 w 9182100"/>
                <a:gd name="connsiteY6" fmla="*/ 213097 h 1019102"/>
                <a:gd name="connsiteX7" fmla="*/ 6238780 w 9182100"/>
                <a:gd name="connsiteY7" fmla="*/ 126419 h 1019102"/>
                <a:gd name="connsiteX8" fmla="*/ 5828729 w 9182100"/>
                <a:gd name="connsiteY8" fmla="*/ 142421 h 1019102"/>
                <a:gd name="connsiteX9" fmla="*/ 5227606 w 9182100"/>
                <a:gd name="connsiteY9" fmla="*/ 219764 h 1019102"/>
                <a:gd name="connsiteX10" fmla="*/ 4394359 w 9182100"/>
                <a:gd name="connsiteY10" fmla="*/ 190713 h 1019102"/>
                <a:gd name="connsiteX11" fmla="*/ 3789236 w 9182100"/>
                <a:gd name="connsiteY11" fmla="*/ 107655 h 1019102"/>
                <a:gd name="connsiteX12" fmla="*/ 3391567 w 9182100"/>
                <a:gd name="connsiteY12" fmla="*/ 30502 h 1019102"/>
                <a:gd name="connsiteX13" fmla="*/ 2180177 w 9182100"/>
                <a:gd name="connsiteY13" fmla="*/ 67745 h 1019102"/>
                <a:gd name="connsiteX14" fmla="*/ 1543336 w 9182100"/>
                <a:gd name="connsiteY14" fmla="*/ 209953 h 1019102"/>
                <a:gd name="connsiteX15" fmla="*/ 1276731 w 9182100"/>
                <a:gd name="connsiteY15" fmla="*/ 286439 h 1019102"/>
                <a:gd name="connsiteX16" fmla="*/ 441293 w 9182100"/>
                <a:gd name="connsiteY16" fmla="*/ 292345 h 1019102"/>
                <a:gd name="connsiteX17" fmla="*/ 0 w 9182100"/>
                <a:gd name="connsiteY17" fmla="*/ 135563 h 1019102"/>
                <a:gd name="connsiteX18" fmla="*/ 0 w 9182100"/>
                <a:gd name="connsiteY18" fmla="*/ 1019102 h 101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182100" h="1019102">
                  <a:moveTo>
                    <a:pt x="0" y="1019102"/>
                  </a:moveTo>
                  <a:lnTo>
                    <a:pt x="9182100" y="1019102"/>
                  </a:lnTo>
                  <a:lnTo>
                    <a:pt x="9182100" y="273009"/>
                  </a:lnTo>
                  <a:cubicBezTo>
                    <a:pt x="9143429" y="275485"/>
                    <a:pt x="9104662" y="277200"/>
                    <a:pt x="9065895" y="278343"/>
                  </a:cubicBezTo>
                  <a:cubicBezTo>
                    <a:pt x="8798243" y="285201"/>
                    <a:pt x="8529066" y="277009"/>
                    <a:pt x="8261890" y="257769"/>
                  </a:cubicBezTo>
                  <a:cubicBezTo>
                    <a:pt x="8187024" y="251863"/>
                    <a:pt x="8112443" y="245386"/>
                    <a:pt x="8038624" y="235956"/>
                  </a:cubicBezTo>
                  <a:cubicBezTo>
                    <a:pt x="7980140" y="228051"/>
                    <a:pt x="7920228" y="219002"/>
                    <a:pt x="7862221" y="213097"/>
                  </a:cubicBezTo>
                  <a:cubicBezTo>
                    <a:pt x="7322439" y="159280"/>
                    <a:pt x="6780943" y="130991"/>
                    <a:pt x="6238780" y="126419"/>
                  </a:cubicBezTo>
                  <a:cubicBezTo>
                    <a:pt x="6102477" y="126324"/>
                    <a:pt x="5964745" y="128800"/>
                    <a:pt x="5828729" y="142421"/>
                  </a:cubicBezTo>
                  <a:cubicBezTo>
                    <a:pt x="5624703" y="162328"/>
                    <a:pt x="5429441" y="202048"/>
                    <a:pt x="5227606" y="219764"/>
                  </a:cubicBezTo>
                  <a:cubicBezTo>
                    <a:pt x="4950238" y="245767"/>
                    <a:pt x="4670393" y="228527"/>
                    <a:pt x="4394359" y="190713"/>
                  </a:cubicBezTo>
                  <a:cubicBezTo>
                    <a:pt x="4193381" y="163090"/>
                    <a:pt x="3988880" y="147755"/>
                    <a:pt x="3789236" y="107655"/>
                  </a:cubicBezTo>
                  <a:cubicBezTo>
                    <a:pt x="3660743" y="85271"/>
                    <a:pt x="3520249" y="51648"/>
                    <a:pt x="3391567" y="30502"/>
                  </a:cubicBezTo>
                  <a:cubicBezTo>
                    <a:pt x="2990469" y="-28553"/>
                    <a:pt x="2579370" y="5928"/>
                    <a:pt x="2180177" y="67745"/>
                  </a:cubicBezTo>
                  <a:cubicBezTo>
                    <a:pt x="1965198" y="103273"/>
                    <a:pt x="1751648" y="146136"/>
                    <a:pt x="1543336" y="209953"/>
                  </a:cubicBezTo>
                  <a:cubicBezTo>
                    <a:pt x="1456087" y="238528"/>
                    <a:pt x="1365885" y="264627"/>
                    <a:pt x="1276731" y="286439"/>
                  </a:cubicBezTo>
                  <a:cubicBezTo>
                    <a:pt x="1001173" y="335398"/>
                    <a:pt x="716471" y="346923"/>
                    <a:pt x="441293" y="292345"/>
                  </a:cubicBezTo>
                  <a:cubicBezTo>
                    <a:pt x="285655" y="263198"/>
                    <a:pt x="143923" y="198237"/>
                    <a:pt x="0" y="135563"/>
                  </a:cubicBezTo>
                  <a:lnTo>
                    <a:pt x="0" y="1019102"/>
                  </a:lnTo>
                  <a:close/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EA3BAD9-C130-4A9C-9086-20D132A6CF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144820"/>
              <a:ext cx="9182100" cy="932744"/>
            </a:xfrm>
            <a:custGeom>
              <a:avLst/>
              <a:gdLst>
                <a:gd name="connsiteX0" fmla="*/ 9182100 w 9182100"/>
                <a:gd name="connsiteY0" fmla="*/ 396420 h 932744"/>
                <a:gd name="connsiteX1" fmla="*/ 9103805 w 9182100"/>
                <a:gd name="connsiteY1" fmla="*/ 392229 h 932744"/>
                <a:gd name="connsiteX2" fmla="*/ 8712422 w 9182100"/>
                <a:gd name="connsiteY2" fmla="*/ 359749 h 932744"/>
                <a:gd name="connsiteX3" fmla="*/ 8322755 w 9182100"/>
                <a:gd name="connsiteY3" fmla="*/ 313362 h 932744"/>
                <a:gd name="connsiteX4" fmla="*/ 8134826 w 9182100"/>
                <a:gd name="connsiteY4" fmla="*/ 283930 h 932744"/>
                <a:gd name="connsiteX5" fmla="*/ 8090916 w 9182100"/>
                <a:gd name="connsiteY5" fmla="*/ 275643 h 932744"/>
                <a:gd name="connsiteX6" fmla="*/ 8069485 w 9182100"/>
                <a:gd name="connsiteY6" fmla="*/ 271262 h 932744"/>
                <a:gd name="connsiteX7" fmla="*/ 8041862 w 9182100"/>
                <a:gd name="connsiteY7" fmla="*/ 266595 h 932744"/>
                <a:gd name="connsiteX8" fmla="*/ 7986903 w 9182100"/>
                <a:gd name="connsiteY8" fmla="*/ 257546 h 932744"/>
                <a:gd name="connsiteX9" fmla="*/ 7934230 w 9182100"/>
                <a:gd name="connsiteY9" fmla="*/ 249640 h 932744"/>
                <a:gd name="connsiteX10" fmla="*/ 7727537 w 9182100"/>
                <a:gd name="connsiteY10" fmla="*/ 221922 h 932744"/>
                <a:gd name="connsiteX11" fmla="*/ 7625239 w 9182100"/>
                <a:gd name="connsiteY11" fmla="*/ 209730 h 932744"/>
                <a:gd name="connsiteX12" fmla="*/ 7523227 w 9182100"/>
                <a:gd name="connsiteY12" fmla="*/ 198110 h 932744"/>
                <a:gd name="connsiteX13" fmla="*/ 7115651 w 9182100"/>
                <a:gd name="connsiteY13" fmla="*/ 158010 h 932744"/>
                <a:gd name="connsiteX14" fmla="*/ 6706839 w 9182100"/>
                <a:gd name="connsiteY14" fmla="*/ 126958 h 932744"/>
                <a:gd name="connsiteX15" fmla="*/ 6604064 w 9182100"/>
                <a:gd name="connsiteY15" fmla="*/ 120862 h 932744"/>
                <a:gd name="connsiteX16" fmla="*/ 6501003 w 9182100"/>
                <a:gd name="connsiteY16" fmla="*/ 115338 h 932744"/>
                <a:gd name="connsiteX17" fmla="*/ 6397467 w 9182100"/>
                <a:gd name="connsiteY17" fmla="*/ 110385 h 932744"/>
                <a:gd name="connsiteX18" fmla="*/ 6293168 w 9182100"/>
                <a:gd name="connsiteY18" fmla="*/ 106860 h 932744"/>
                <a:gd name="connsiteX19" fmla="*/ 6079712 w 9182100"/>
                <a:gd name="connsiteY19" fmla="*/ 103908 h 932744"/>
                <a:gd name="connsiteX20" fmla="*/ 6024563 w 9182100"/>
                <a:gd name="connsiteY20" fmla="*/ 104479 h 932744"/>
                <a:gd name="connsiteX21" fmla="*/ 5968080 w 9182100"/>
                <a:gd name="connsiteY21" fmla="*/ 106479 h 932744"/>
                <a:gd name="connsiteX22" fmla="*/ 5855875 w 9182100"/>
                <a:gd name="connsiteY22" fmla="*/ 113242 h 932744"/>
                <a:gd name="connsiteX23" fmla="*/ 5439251 w 9182100"/>
                <a:gd name="connsiteY23" fmla="*/ 160105 h 932744"/>
                <a:gd name="connsiteX24" fmla="*/ 5075396 w 9182100"/>
                <a:gd name="connsiteY24" fmla="*/ 186585 h 932744"/>
                <a:gd name="connsiteX25" fmla="*/ 4712780 w 9182100"/>
                <a:gd name="connsiteY25" fmla="*/ 171249 h 932744"/>
                <a:gd name="connsiteX26" fmla="*/ 4666679 w 9182100"/>
                <a:gd name="connsiteY26" fmla="*/ 166773 h 932744"/>
                <a:gd name="connsiteX27" fmla="*/ 4620292 w 9182100"/>
                <a:gd name="connsiteY27" fmla="*/ 161629 h 932744"/>
                <a:gd name="connsiteX28" fmla="*/ 4573810 w 9182100"/>
                <a:gd name="connsiteY28" fmla="*/ 156009 h 932744"/>
                <a:gd name="connsiteX29" fmla="*/ 4550569 w 9182100"/>
                <a:gd name="connsiteY29" fmla="*/ 153057 h 932744"/>
                <a:gd name="connsiteX30" fmla="*/ 4538948 w 9182100"/>
                <a:gd name="connsiteY30" fmla="*/ 151628 h 932744"/>
                <a:gd name="connsiteX31" fmla="*/ 4526566 w 9182100"/>
                <a:gd name="connsiteY31" fmla="*/ 149913 h 932744"/>
                <a:gd name="connsiteX32" fmla="*/ 4327779 w 9182100"/>
                <a:gd name="connsiteY32" fmla="*/ 122862 h 932744"/>
                <a:gd name="connsiteX33" fmla="*/ 3929729 w 9182100"/>
                <a:gd name="connsiteY33" fmla="*/ 68189 h 932744"/>
                <a:gd name="connsiteX34" fmla="*/ 3729133 w 9182100"/>
                <a:gd name="connsiteY34" fmla="*/ 41900 h 932744"/>
                <a:gd name="connsiteX35" fmla="*/ 3628930 w 9182100"/>
                <a:gd name="connsiteY35" fmla="*/ 28946 h 932744"/>
                <a:gd name="connsiteX36" fmla="*/ 3573399 w 9182100"/>
                <a:gd name="connsiteY36" fmla="*/ 22278 h 932744"/>
                <a:gd name="connsiteX37" fmla="*/ 3516916 w 9182100"/>
                <a:gd name="connsiteY37" fmla="*/ 16468 h 932744"/>
                <a:gd name="connsiteX38" fmla="*/ 3074670 w 9182100"/>
                <a:gd name="connsiteY38" fmla="*/ 752 h 932744"/>
                <a:gd name="connsiteX39" fmla="*/ 2858738 w 9182100"/>
                <a:gd name="connsiteY39" fmla="*/ 8753 h 932744"/>
                <a:gd name="connsiteX40" fmla="*/ 2645474 w 9182100"/>
                <a:gd name="connsiteY40" fmla="*/ 25326 h 932744"/>
                <a:gd name="connsiteX41" fmla="*/ 1810798 w 9182100"/>
                <a:gd name="connsiteY41" fmla="*/ 158010 h 932744"/>
                <a:gd name="connsiteX42" fmla="*/ 1602772 w 9182100"/>
                <a:gd name="connsiteY42" fmla="*/ 208111 h 932744"/>
                <a:gd name="connsiteX43" fmla="*/ 1548860 w 9182100"/>
                <a:gd name="connsiteY43" fmla="*/ 222780 h 932744"/>
                <a:gd name="connsiteX44" fmla="*/ 1501331 w 9182100"/>
                <a:gd name="connsiteY44" fmla="*/ 236115 h 932744"/>
                <a:gd name="connsiteX45" fmla="*/ 1411224 w 9182100"/>
                <a:gd name="connsiteY45" fmla="*/ 260880 h 932744"/>
                <a:gd name="connsiteX46" fmla="*/ 1050893 w 9182100"/>
                <a:gd name="connsiteY46" fmla="*/ 338032 h 932744"/>
                <a:gd name="connsiteX47" fmla="*/ 871252 w 9182100"/>
                <a:gd name="connsiteY47" fmla="*/ 360511 h 932744"/>
                <a:gd name="connsiteX48" fmla="*/ 781812 w 9182100"/>
                <a:gd name="connsiteY48" fmla="*/ 366512 h 932744"/>
                <a:gd name="connsiteX49" fmla="*/ 692563 w 9182100"/>
                <a:gd name="connsiteY49" fmla="*/ 369655 h 932744"/>
                <a:gd name="connsiteX50" fmla="*/ 515017 w 9182100"/>
                <a:gd name="connsiteY50" fmla="*/ 363940 h 932744"/>
                <a:gd name="connsiteX51" fmla="*/ 337661 w 9182100"/>
                <a:gd name="connsiteY51" fmla="*/ 341937 h 932744"/>
                <a:gd name="connsiteX52" fmla="*/ 156972 w 9182100"/>
                <a:gd name="connsiteY52" fmla="*/ 303456 h 932744"/>
                <a:gd name="connsiteX53" fmla="*/ 0 w 9182100"/>
                <a:gd name="connsiteY53" fmla="*/ 261642 h 932744"/>
                <a:gd name="connsiteX54" fmla="*/ 0 w 9182100"/>
                <a:gd name="connsiteY54" fmla="*/ 713412 h 932744"/>
                <a:gd name="connsiteX55" fmla="*/ 9144 w 9182100"/>
                <a:gd name="connsiteY55" fmla="*/ 717699 h 932744"/>
                <a:gd name="connsiteX56" fmla="*/ 213360 w 9182100"/>
                <a:gd name="connsiteY56" fmla="*/ 801042 h 932744"/>
                <a:gd name="connsiteX57" fmla="*/ 653510 w 9182100"/>
                <a:gd name="connsiteY57" fmla="*/ 908199 h 932744"/>
                <a:gd name="connsiteX58" fmla="*/ 1101947 w 9182100"/>
                <a:gd name="connsiteY58" fmla="*/ 930773 h 932744"/>
                <a:gd name="connsiteX59" fmla="*/ 1540002 w 9182100"/>
                <a:gd name="connsiteY59" fmla="*/ 889434 h 932744"/>
                <a:gd name="connsiteX60" fmla="*/ 1647158 w 9182100"/>
                <a:gd name="connsiteY60" fmla="*/ 871242 h 932744"/>
                <a:gd name="connsiteX61" fmla="*/ 1698117 w 9182100"/>
                <a:gd name="connsiteY61" fmla="*/ 862193 h 932744"/>
                <a:gd name="connsiteX62" fmla="*/ 1742789 w 9182100"/>
                <a:gd name="connsiteY62" fmla="*/ 854668 h 932744"/>
                <a:gd name="connsiteX63" fmla="*/ 1931003 w 9182100"/>
                <a:gd name="connsiteY63" fmla="*/ 826950 h 932744"/>
                <a:gd name="connsiteX64" fmla="*/ 2314861 w 9182100"/>
                <a:gd name="connsiteY64" fmla="*/ 783897 h 932744"/>
                <a:gd name="connsiteX65" fmla="*/ 2506885 w 9182100"/>
                <a:gd name="connsiteY65" fmla="*/ 768086 h 932744"/>
                <a:gd name="connsiteX66" fmla="*/ 2602611 w 9182100"/>
                <a:gd name="connsiteY66" fmla="*/ 762085 h 932744"/>
                <a:gd name="connsiteX67" fmla="*/ 2698052 w 9182100"/>
                <a:gd name="connsiteY67" fmla="*/ 756846 h 932744"/>
                <a:gd name="connsiteX68" fmla="*/ 2887980 w 9182100"/>
                <a:gd name="connsiteY68" fmla="*/ 750846 h 932744"/>
                <a:gd name="connsiteX69" fmla="*/ 3075813 w 9182100"/>
                <a:gd name="connsiteY69" fmla="*/ 750179 h 932744"/>
                <a:gd name="connsiteX70" fmla="*/ 3168587 w 9182100"/>
                <a:gd name="connsiteY70" fmla="*/ 752751 h 932744"/>
                <a:gd name="connsiteX71" fmla="*/ 3260408 w 9182100"/>
                <a:gd name="connsiteY71" fmla="*/ 756656 h 932744"/>
                <a:gd name="connsiteX72" fmla="*/ 3440049 w 9182100"/>
                <a:gd name="connsiteY72" fmla="*/ 771610 h 932744"/>
                <a:gd name="connsiteX73" fmla="*/ 3483864 w 9182100"/>
                <a:gd name="connsiteY73" fmla="*/ 776849 h 932744"/>
                <a:gd name="connsiteX74" fmla="*/ 3528536 w 9182100"/>
                <a:gd name="connsiteY74" fmla="*/ 782469 h 932744"/>
                <a:gd name="connsiteX75" fmla="*/ 3628549 w 9182100"/>
                <a:gd name="connsiteY75" fmla="*/ 796089 h 932744"/>
                <a:gd name="connsiteX76" fmla="*/ 3828574 w 9182100"/>
                <a:gd name="connsiteY76" fmla="*/ 823140 h 932744"/>
                <a:gd name="connsiteX77" fmla="*/ 4231196 w 9182100"/>
                <a:gd name="connsiteY77" fmla="*/ 874099 h 932744"/>
                <a:gd name="connsiteX78" fmla="*/ 4433126 w 9182100"/>
                <a:gd name="connsiteY78" fmla="*/ 897435 h 932744"/>
                <a:gd name="connsiteX79" fmla="*/ 4485990 w 9182100"/>
                <a:gd name="connsiteY79" fmla="*/ 903246 h 932744"/>
                <a:gd name="connsiteX80" fmla="*/ 4539806 w 9182100"/>
                <a:gd name="connsiteY80" fmla="*/ 908961 h 932744"/>
                <a:gd name="connsiteX81" fmla="*/ 4593908 w 9182100"/>
                <a:gd name="connsiteY81" fmla="*/ 914199 h 932744"/>
                <a:gd name="connsiteX82" fmla="*/ 4648296 w 9182100"/>
                <a:gd name="connsiteY82" fmla="*/ 918771 h 932744"/>
                <a:gd name="connsiteX83" fmla="*/ 5092446 w 9182100"/>
                <a:gd name="connsiteY83" fmla="*/ 931154 h 932744"/>
                <a:gd name="connsiteX84" fmla="*/ 5533168 w 9182100"/>
                <a:gd name="connsiteY84" fmla="*/ 891816 h 932744"/>
                <a:gd name="connsiteX85" fmla="*/ 5918169 w 9182100"/>
                <a:gd name="connsiteY85" fmla="*/ 840666 h 932744"/>
                <a:gd name="connsiteX86" fmla="*/ 6007323 w 9182100"/>
                <a:gd name="connsiteY86" fmla="*/ 833237 h 932744"/>
                <a:gd name="connsiteX87" fmla="*/ 6051709 w 9182100"/>
                <a:gd name="connsiteY87" fmla="*/ 830570 h 932744"/>
                <a:gd name="connsiteX88" fmla="*/ 6097429 w 9182100"/>
                <a:gd name="connsiteY88" fmla="*/ 828379 h 932744"/>
                <a:gd name="connsiteX89" fmla="*/ 6287834 w 9182100"/>
                <a:gd name="connsiteY89" fmla="*/ 822569 h 932744"/>
                <a:gd name="connsiteX90" fmla="*/ 6681597 w 9182100"/>
                <a:gd name="connsiteY90" fmla="*/ 821235 h 932744"/>
                <a:gd name="connsiteX91" fmla="*/ 7079647 w 9182100"/>
                <a:gd name="connsiteY91" fmla="*/ 826569 h 932744"/>
                <a:gd name="connsiteX92" fmla="*/ 7478173 w 9182100"/>
                <a:gd name="connsiteY92" fmla="*/ 836094 h 932744"/>
                <a:gd name="connsiteX93" fmla="*/ 7871937 w 9182100"/>
                <a:gd name="connsiteY93" fmla="*/ 851430 h 932744"/>
                <a:gd name="connsiteX94" fmla="*/ 7919657 w 9182100"/>
                <a:gd name="connsiteY94" fmla="*/ 854097 h 932744"/>
                <a:gd name="connsiteX95" fmla="*/ 7964901 w 9182100"/>
                <a:gd name="connsiteY95" fmla="*/ 857240 h 932744"/>
                <a:gd name="connsiteX96" fmla="*/ 8015955 w 9182100"/>
                <a:gd name="connsiteY96" fmla="*/ 861050 h 932744"/>
                <a:gd name="connsiteX97" fmla="*/ 8072247 w 9182100"/>
                <a:gd name="connsiteY97" fmla="*/ 864384 h 932744"/>
                <a:gd name="connsiteX98" fmla="*/ 8286750 w 9182100"/>
                <a:gd name="connsiteY98" fmla="*/ 868384 h 932744"/>
                <a:gd name="connsiteX99" fmla="*/ 8704040 w 9182100"/>
                <a:gd name="connsiteY99" fmla="*/ 853716 h 932744"/>
                <a:gd name="connsiteX100" fmla="*/ 9120188 w 9182100"/>
                <a:gd name="connsiteY100" fmla="*/ 814092 h 932744"/>
                <a:gd name="connsiteX101" fmla="*/ 9181909 w 9182100"/>
                <a:gd name="connsiteY101" fmla="*/ 805519 h 932744"/>
                <a:gd name="connsiteX102" fmla="*/ 9181909 w 9182100"/>
                <a:gd name="connsiteY102" fmla="*/ 396420 h 932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182100" h="932744">
                  <a:moveTo>
                    <a:pt x="9182100" y="396420"/>
                  </a:moveTo>
                  <a:cubicBezTo>
                    <a:pt x="9156097" y="395182"/>
                    <a:pt x="9129999" y="393753"/>
                    <a:pt x="9103805" y="392229"/>
                  </a:cubicBezTo>
                  <a:cubicBezTo>
                    <a:pt x="8974169" y="384419"/>
                    <a:pt x="8843105" y="372989"/>
                    <a:pt x="8712422" y="359749"/>
                  </a:cubicBezTo>
                  <a:cubicBezTo>
                    <a:pt x="8581739" y="346319"/>
                    <a:pt x="8451056" y="331269"/>
                    <a:pt x="8322755" y="313362"/>
                  </a:cubicBezTo>
                  <a:cubicBezTo>
                    <a:pt x="8258747" y="304695"/>
                    <a:pt x="8195120" y="294979"/>
                    <a:pt x="8134826" y="283930"/>
                  </a:cubicBezTo>
                  <a:cubicBezTo>
                    <a:pt x="8119872" y="281168"/>
                    <a:pt x="8105013" y="278501"/>
                    <a:pt x="8090916" y="275643"/>
                  </a:cubicBezTo>
                  <a:lnTo>
                    <a:pt x="8069485" y="271262"/>
                  </a:lnTo>
                  <a:lnTo>
                    <a:pt x="8041862" y="266595"/>
                  </a:lnTo>
                  <a:cubicBezTo>
                    <a:pt x="8023574" y="263547"/>
                    <a:pt x="8004524" y="260213"/>
                    <a:pt x="7986903" y="257546"/>
                  </a:cubicBezTo>
                  <a:lnTo>
                    <a:pt x="7934230" y="249640"/>
                  </a:lnTo>
                  <a:cubicBezTo>
                    <a:pt x="7864221" y="239258"/>
                    <a:pt x="7795832" y="230209"/>
                    <a:pt x="7727537" y="221922"/>
                  </a:cubicBezTo>
                  <a:lnTo>
                    <a:pt x="7625239" y="209730"/>
                  </a:lnTo>
                  <a:lnTo>
                    <a:pt x="7523227" y="198110"/>
                  </a:lnTo>
                  <a:cubicBezTo>
                    <a:pt x="7387209" y="183060"/>
                    <a:pt x="7251573" y="170392"/>
                    <a:pt x="7115651" y="158010"/>
                  </a:cubicBezTo>
                  <a:cubicBezTo>
                    <a:pt x="6979730" y="146580"/>
                    <a:pt x="6843522" y="135721"/>
                    <a:pt x="6706839" y="126958"/>
                  </a:cubicBezTo>
                  <a:lnTo>
                    <a:pt x="6604064" y="120862"/>
                  </a:lnTo>
                  <a:cubicBezTo>
                    <a:pt x="6569869" y="118767"/>
                    <a:pt x="6535484" y="116862"/>
                    <a:pt x="6501003" y="115338"/>
                  </a:cubicBezTo>
                  <a:lnTo>
                    <a:pt x="6397467" y="110385"/>
                  </a:lnTo>
                  <a:lnTo>
                    <a:pt x="6293168" y="106860"/>
                  </a:lnTo>
                  <a:cubicBezTo>
                    <a:pt x="6222969" y="105146"/>
                    <a:pt x="6152769" y="103527"/>
                    <a:pt x="6079712" y="103908"/>
                  </a:cubicBezTo>
                  <a:cubicBezTo>
                    <a:pt x="6061710" y="103908"/>
                    <a:pt x="6043708" y="103812"/>
                    <a:pt x="6024563" y="104479"/>
                  </a:cubicBezTo>
                  <a:cubicBezTo>
                    <a:pt x="6005703" y="104955"/>
                    <a:pt x="5986844" y="105527"/>
                    <a:pt x="5968080" y="106479"/>
                  </a:cubicBezTo>
                  <a:cubicBezTo>
                    <a:pt x="5930456" y="108003"/>
                    <a:pt x="5893023" y="110385"/>
                    <a:pt x="5855875" y="113242"/>
                  </a:cubicBezTo>
                  <a:cubicBezTo>
                    <a:pt x="5706904" y="124577"/>
                    <a:pt x="5565934" y="145151"/>
                    <a:pt x="5439251" y="160105"/>
                  </a:cubicBezTo>
                  <a:cubicBezTo>
                    <a:pt x="5311902" y="175536"/>
                    <a:pt x="5194745" y="184680"/>
                    <a:pt x="5075396" y="186585"/>
                  </a:cubicBezTo>
                  <a:cubicBezTo>
                    <a:pt x="4956429" y="188490"/>
                    <a:pt x="4835748" y="182775"/>
                    <a:pt x="4712780" y="171249"/>
                  </a:cubicBezTo>
                  <a:lnTo>
                    <a:pt x="4666679" y="166773"/>
                  </a:lnTo>
                  <a:lnTo>
                    <a:pt x="4620292" y="161629"/>
                  </a:lnTo>
                  <a:cubicBezTo>
                    <a:pt x="4604862" y="160010"/>
                    <a:pt x="4589336" y="157914"/>
                    <a:pt x="4573810" y="156009"/>
                  </a:cubicBezTo>
                  <a:lnTo>
                    <a:pt x="4550569" y="153057"/>
                  </a:lnTo>
                  <a:lnTo>
                    <a:pt x="4538948" y="151628"/>
                  </a:lnTo>
                  <a:lnTo>
                    <a:pt x="4526566" y="149913"/>
                  </a:lnTo>
                  <a:lnTo>
                    <a:pt x="4327779" y="122862"/>
                  </a:lnTo>
                  <a:lnTo>
                    <a:pt x="3929729" y="68189"/>
                  </a:lnTo>
                  <a:lnTo>
                    <a:pt x="3729133" y="41900"/>
                  </a:lnTo>
                  <a:lnTo>
                    <a:pt x="3628930" y="28946"/>
                  </a:lnTo>
                  <a:lnTo>
                    <a:pt x="3573399" y="22278"/>
                  </a:lnTo>
                  <a:cubicBezTo>
                    <a:pt x="3554445" y="19992"/>
                    <a:pt x="3535585" y="17992"/>
                    <a:pt x="3516916" y="16468"/>
                  </a:cubicBezTo>
                  <a:cubicBezTo>
                    <a:pt x="3366611" y="2752"/>
                    <a:pt x="3219736" y="-2010"/>
                    <a:pt x="3074670" y="752"/>
                  </a:cubicBezTo>
                  <a:cubicBezTo>
                    <a:pt x="3002280" y="2181"/>
                    <a:pt x="2930176" y="4467"/>
                    <a:pt x="2858738" y="8753"/>
                  </a:cubicBezTo>
                  <a:cubicBezTo>
                    <a:pt x="2787206" y="13039"/>
                    <a:pt x="2716149" y="18754"/>
                    <a:pt x="2645474" y="25326"/>
                  </a:cubicBezTo>
                  <a:cubicBezTo>
                    <a:pt x="2362581" y="52473"/>
                    <a:pt x="2085975" y="97145"/>
                    <a:pt x="1810798" y="158010"/>
                  </a:cubicBezTo>
                  <a:cubicBezTo>
                    <a:pt x="1741837" y="173345"/>
                    <a:pt x="1673066" y="189442"/>
                    <a:pt x="1602772" y="208111"/>
                  </a:cubicBezTo>
                  <a:lnTo>
                    <a:pt x="1548860" y="222780"/>
                  </a:lnTo>
                  <a:lnTo>
                    <a:pt x="1501331" y="236115"/>
                  </a:lnTo>
                  <a:cubicBezTo>
                    <a:pt x="1471327" y="244497"/>
                    <a:pt x="1441228" y="253450"/>
                    <a:pt x="1411224" y="260880"/>
                  </a:cubicBezTo>
                  <a:cubicBezTo>
                    <a:pt x="1291209" y="293074"/>
                    <a:pt x="1170813" y="318982"/>
                    <a:pt x="1050893" y="338032"/>
                  </a:cubicBezTo>
                  <a:cubicBezTo>
                    <a:pt x="990790" y="347557"/>
                    <a:pt x="931069" y="354796"/>
                    <a:pt x="871252" y="360511"/>
                  </a:cubicBezTo>
                  <a:cubicBezTo>
                    <a:pt x="841438" y="362702"/>
                    <a:pt x="811530" y="365559"/>
                    <a:pt x="781812" y="366512"/>
                  </a:cubicBezTo>
                  <a:cubicBezTo>
                    <a:pt x="751904" y="368512"/>
                    <a:pt x="722376" y="368893"/>
                    <a:pt x="692563" y="369655"/>
                  </a:cubicBezTo>
                  <a:cubicBezTo>
                    <a:pt x="633222" y="370036"/>
                    <a:pt x="574167" y="368131"/>
                    <a:pt x="515017" y="363940"/>
                  </a:cubicBezTo>
                  <a:cubicBezTo>
                    <a:pt x="455867" y="359749"/>
                    <a:pt x="397097" y="351748"/>
                    <a:pt x="337661" y="341937"/>
                  </a:cubicBezTo>
                  <a:cubicBezTo>
                    <a:pt x="278225" y="331936"/>
                    <a:pt x="218599" y="318696"/>
                    <a:pt x="156972" y="303456"/>
                  </a:cubicBezTo>
                  <a:cubicBezTo>
                    <a:pt x="106680" y="290883"/>
                    <a:pt x="55150" y="276405"/>
                    <a:pt x="0" y="261642"/>
                  </a:cubicBezTo>
                  <a:lnTo>
                    <a:pt x="0" y="713412"/>
                  </a:lnTo>
                  <a:cubicBezTo>
                    <a:pt x="3048" y="714841"/>
                    <a:pt x="6096" y="716270"/>
                    <a:pt x="9144" y="717699"/>
                  </a:cubicBezTo>
                  <a:cubicBezTo>
                    <a:pt x="74295" y="747798"/>
                    <a:pt x="142875" y="775896"/>
                    <a:pt x="213360" y="801042"/>
                  </a:cubicBezTo>
                  <a:cubicBezTo>
                    <a:pt x="354521" y="851715"/>
                    <a:pt x="503873" y="887244"/>
                    <a:pt x="653510" y="908199"/>
                  </a:cubicBezTo>
                  <a:cubicBezTo>
                    <a:pt x="803338" y="928773"/>
                    <a:pt x="953929" y="935631"/>
                    <a:pt x="1101947" y="930773"/>
                  </a:cubicBezTo>
                  <a:cubicBezTo>
                    <a:pt x="1250252" y="926582"/>
                    <a:pt x="1396365" y="911437"/>
                    <a:pt x="1540002" y="889434"/>
                  </a:cubicBezTo>
                  <a:cubicBezTo>
                    <a:pt x="1576197" y="884386"/>
                    <a:pt x="1611535" y="877433"/>
                    <a:pt x="1647158" y="871242"/>
                  </a:cubicBezTo>
                  <a:lnTo>
                    <a:pt x="1698117" y="862193"/>
                  </a:lnTo>
                  <a:lnTo>
                    <a:pt x="1742789" y="854668"/>
                  </a:lnTo>
                  <a:cubicBezTo>
                    <a:pt x="1804035" y="845048"/>
                    <a:pt x="1867472" y="835428"/>
                    <a:pt x="1931003" y="826950"/>
                  </a:cubicBezTo>
                  <a:cubicBezTo>
                    <a:pt x="2058353" y="810282"/>
                    <a:pt x="2186750" y="795327"/>
                    <a:pt x="2314861" y="783897"/>
                  </a:cubicBezTo>
                  <a:cubicBezTo>
                    <a:pt x="2378964" y="778087"/>
                    <a:pt x="2442972" y="772467"/>
                    <a:pt x="2506885" y="768086"/>
                  </a:cubicBezTo>
                  <a:cubicBezTo>
                    <a:pt x="2538794" y="765990"/>
                    <a:pt x="2570798" y="763800"/>
                    <a:pt x="2602611" y="762085"/>
                  </a:cubicBezTo>
                  <a:cubicBezTo>
                    <a:pt x="2634520" y="760180"/>
                    <a:pt x="2666333" y="758370"/>
                    <a:pt x="2698052" y="756846"/>
                  </a:cubicBezTo>
                  <a:cubicBezTo>
                    <a:pt x="2761583" y="753894"/>
                    <a:pt x="2825020" y="751703"/>
                    <a:pt x="2887980" y="750846"/>
                  </a:cubicBezTo>
                  <a:cubicBezTo>
                    <a:pt x="2951036" y="749417"/>
                    <a:pt x="3013615" y="749322"/>
                    <a:pt x="3075813" y="750179"/>
                  </a:cubicBezTo>
                  <a:cubicBezTo>
                    <a:pt x="3106865" y="750846"/>
                    <a:pt x="3137916" y="751417"/>
                    <a:pt x="3168587" y="752751"/>
                  </a:cubicBezTo>
                  <a:cubicBezTo>
                    <a:pt x="3199448" y="753703"/>
                    <a:pt x="3229928" y="755227"/>
                    <a:pt x="3260408" y="756656"/>
                  </a:cubicBezTo>
                  <a:cubicBezTo>
                    <a:pt x="3320987" y="760466"/>
                    <a:pt x="3381470" y="764562"/>
                    <a:pt x="3440049" y="771610"/>
                  </a:cubicBezTo>
                  <a:cubicBezTo>
                    <a:pt x="3454908" y="773039"/>
                    <a:pt x="3469386" y="775039"/>
                    <a:pt x="3483864" y="776849"/>
                  </a:cubicBezTo>
                  <a:lnTo>
                    <a:pt x="3528536" y="782469"/>
                  </a:lnTo>
                  <a:lnTo>
                    <a:pt x="3628549" y="796089"/>
                  </a:lnTo>
                  <a:lnTo>
                    <a:pt x="3828574" y="823140"/>
                  </a:lnTo>
                  <a:cubicBezTo>
                    <a:pt x="3962019" y="840190"/>
                    <a:pt x="4095750" y="858573"/>
                    <a:pt x="4231196" y="874099"/>
                  </a:cubicBezTo>
                  <a:lnTo>
                    <a:pt x="4433126" y="897435"/>
                  </a:lnTo>
                  <a:lnTo>
                    <a:pt x="4485990" y="903246"/>
                  </a:lnTo>
                  <a:cubicBezTo>
                    <a:pt x="4503897" y="905151"/>
                    <a:pt x="4521708" y="907341"/>
                    <a:pt x="4539806" y="908961"/>
                  </a:cubicBezTo>
                  <a:lnTo>
                    <a:pt x="4593908" y="914199"/>
                  </a:lnTo>
                  <a:lnTo>
                    <a:pt x="4648296" y="918771"/>
                  </a:lnTo>
                  <a:cubicBezTo>
                    <a:pt x="4793456" y="930392"/>
                    <a:pt x="4942237" y="935631"/>
                    <a:pt x="5092446" y="931154"/>
                  </a:cubicBezTo>
                  <a:cubicBezTo>
                    <a:pt x="5242274" y="927249"/>
                    <a:pt x="5393627" y="911437"/>
                    <a:pt x="5533168" y="891816"/>
                  </a:cubicBezTo>
                  <a:cubicBezTo>
                    <a:pt x="5673471" y="872289"/>
                    <a:pt x="5798820" y="851906"/>
                    <a:pt x="5918169" y="840666"/>
                  </a:cubicBezTo>
                  <a:cubicBezTo>
                    <a:pt x="5948077" y="837809"/>
                    <a:pt x="5977795" y="835237"/>
                    <a:pt x="6007323" y="833237"/>
                  </a:cubicBezTo>
                  <a:cubicBezTo>
                    <a:pt x="6022086" y="832094"/>
                    <a:pt x="6036945" y="831332"/>
                    <a:pt x="6051709" y="830570"/>
                  </a:cubicBezTo>
                  <a:lnTo>
                    <a:pt x="6097429" y="828379"/>
                  </a:lnTo>
                  <a:cubicBezTo>
                    <a:pt x="6158960" y="825236"/>
                    <a:pt x="6223445" y="823807"/>
                    <a:pt x="6287834" y="822569"/>
                  </a:cubicBezTo>
                  <a:cubicBezTo>
                    <a:pt x="6417374" y="820664"/>
                    <a:pt x="6549485" y="820188"/>
                    <a:pt x="6681597" y="821235"/>
                  </a:cubicBezTo>
                  <a:cubicBezTo>
                    <a:pt x="6813899" y="822378"/>
                    <a:pt x="6946773" y="823617"/>
                    <a:pt x="7079647" y="826569"/>
                  </a:cubicBezTo>
                  <a:cubicBezTo>
                    <a:pt x="7212520" y="828951"/>
                    <a:pt x="7345585" y="831903"/>
                    <a:pt x="7478173" y="836094"/>
                  </a:cubicBezTo>
                  <a:cubicBezTo>
                    <a:pt x="7610475" y="839714"/>
                    <a:pt x="7743539" y="844953"/>
                    <a:pt x="7871937" y="851430"/>
                  </a:cubicBezTo>
                  <a:lnTo>
                    <a:pt x="7919657" y="854097"/>
                  </a:lnTo>
                  <a:cubicBezTo>
                    <a:pt x="7935564" y="854954"/>
                    <a:pt x="7949756" y="856192"/>
                    <a:pt x="7964901" y="857240"/>
                  </a:cubicBezTo>
                  <a:lnTo>
                    <a:pt x="8015955" y="861050"/>
                  </a:lnTo>
                  <a:cubicBezTo>
                    <a:pt x="8035195" y="862383"/>
                    <a:pt x="8053769" y="863622"/>
                    <a:pt x="8072247" y="864384"/>
                  </a:cubicBezTo>
                  <a:cubicBezTo>
                    <a:pt x="8145780" y="867527"/>
                    <a:pt x="8216456" y="868479"/>
                    <a:pt x="8286750" y="868384"/>
                  </a:cubicBezTo>
                  <a:cubicBezTo>
                    <a:pt x="8427148" y="867527"/>
                    <a:pt x="8565452" y="862574"/>
                    <a:pt x="8704040" y="853716"/>
                  </a:cubicBezTo>
                  <a:cubicBezTo>
                    <a:pt x="8842534" y="844762"/>
                    <a:pt x="8980741" y="832284"/>
                    <a:pt x="9120188" y="814092"/>
                  </a:cubicBezTo>
                  <a:cubicBezTo>
                    <a:pt x="9140761" y="811425"/>
                    <a:pt x="9161336" y="808567"/>
                    <a:pt x="9181909" y="805519"/>
                  </a:cubicBezTo>
                  <a:lnTo>
                    <a:pt x="9181909" y="396420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587D38B-9E07-4A8B-B285-5FEBF6A60D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580789"/>
              <a:ext cx="9182100" cy="544245"/>
            </a:xfrm>
            <a:custGeom>
              <a:avLst/>
              <a:gdLst>
                <a:gd name="connsiteX0" fmla="*/ 9182100 w 9182100"/>
                <a:gd name="connsiteY0" fmla="*/ 154189 h 544245"/>
                <a:gd name="connsiteX1" fmla="*/ 9047702 w 9182100"/>
                <a:gd name="connsiteY1" fmla="*/ 162762 h 544245"/>
                <a:gd name="connsiteX2" fmla="*/ 8652224 w 9182100"/>
                <a:gd name="connsiteY2" fmla="*/ 178287 h 544245"/>
                <a:gd name="connsiteX3" fmla="*/ 8255603 w 9182100"/>
                <a:gd name="connsiteY3" fmla="*/ 161047 h 544245"/>
                <a:gd name="connsiteX4" fmla="*/ 8060722 w 9182100"/>
                <a:gd name="connsiteY4" fmla="*/ 140854 h 544245"/>
                <a:gd name="connsiteX5" fmla="*/ 8013478 w 9182100"/>
                <a:gd name="connsiteY5" fmla="*/ 134187 h 544245"/>
                <a:gd name="connsiteX6" fmla="*/ 7990428 w 9182100"/>
                <a:gd name="connsiteY6" fmla="*/ 130567 h 544245"/>
                <a:gd name="connsiteX7" fmla="*/ 7964139 w 9182100"/>
                <a:gd name="connsiteY7" fmla="*/ 126853 h 544245"/>
                <a:gd name="connsiteX8" fmla="*/ 7911656 w 9182100"/>
                <a:gd name="connsiteY8" fmla="*/ 119518 h 544245"/>
                <a:gd name="connsiteX9" fmla="*/ 7860220 w 9182100"/>
                <a:gd name="connsiteY9" fmla="*/ 113232 h 544245"/>
                <a:gd name="connsiteX10" fmla="*/ 7453884 w 9182100"/>
                <a:gd name="connsiteY10" fmla="*/ 70369 h 544245"/>
                <a:gd name="connsiteX11" fmla="*/ 7048976 w 9182100"/>
                <a:gd name="connsiteY11" fmla="*/ 36556 h 544245"/>
                <a:gd name="connsiteX12" fmla="*/ 6846285 w 9182100"/>
                <a:gd name="connsiteY12" fmla="*/ 22649 h 544245"/>
                <a:gd name="connsiteX13" fmla="*/ 6643212 w 9182100"/>
                <a:gd name="connsiteY13" fmla="*/ 11600 h 544245"/>
                <a:gd name="connsiteX14" fmla="*/ 6541485 w 9182100"/>
                <a:gd name="connsiteY14" fmla="*/ 7314 h 544245"/>
                <a:gd name="connsiteX15" fmla="*/ 6439567 w 9182100"/>
                <a:gd name="connsiteY15" fmla="*/ 3885 h 544245"/>
                <a:gd name="connsiteX16" fmla="*/ 6337459 w 9182100"/>
                <a:gd name="connsiteY16" fmla="*/ 1313 h 544245"/>
                <a:gd name="connsiteX17" fmla="*/ 6234970 w 9182100"/>
                <a:gd name="connsiteY17" fmla="*/ 75 h 544245"/>
                <a:gd name="connsiteX18" fmla="*/ 6027802 w 9182100"/>
                <a:gd name="connsiteY18" fmla="*/ 2265 h 544245"/>
                <a:gd name="connsiteX19" fmla="*/ 5921978 w 9182100"/>
                <a:gd name="connsiteY19" fmla="*/ 6552 h 544245"/>
                <a:gd name="connsiteX20" fmla="*/ 5815965 w 9182100"/>
                <a:gd name="connsiteY20" fmla="*/ 14362 h 544245"/>
                <a:gd name="connsiteX21" fmla="*/ 5408390 w 9182100"/>
                <a:gd name="connsiteY21" fmla="*/ 67036 h 544245"/>
                <a:gd name="connsiteX22" fmla="*/ 5023866 w 9182100"/>
                <a:gd name="connsiteY22" fmla="*/ 103992 h 544245"/>
                <a:gd name="connsiteX23" fmla="*/ 4831556 w 9182100"/>
                <a:gd name="connsiteY23" fmla="*/ 106374 h 544245"/>
                <a:gd name="connsiteX24" fmla="*/ 4637723 w 9182100"/>
                <a:gd name="connsiteY24" fmla="*/ 98754 h 544245"/>
                <a:gd name="connsiteX25" fmla="*/ 4442460 w 9182100"/>
                <a:gd name="connsiteY25" fmla="*/ 83038 h 544245"/>
                <a:gd name="connsiteX26" fmla="*/ 4341686 w 9182100"/>
                <a:gd name="connsiteY26" fmla="*/ 77227 h 544245"/>
                <a:gd name="connsiteX27" fmla="*/ 4241006 w 9182100"/>
                <a:gd name="connsiteY27" fmla="*/ 71989 h 544245"/>
                <a:gd name="connsiteX28" fmla="*/ 3836956 w 9182100"/>
                <a:gd name="connsiteY28" fmla="*/ 54177 h 544245"/>
                <a:gd name="connsiteX29" fmla="*/ 3634549 w 9182100"/>
                <a:gd name="connsiteY29" fmla="*/ 45414 h 544245"/>
                <a:gd name="connsiteX30" fmla="*/ 3533394 w 9182100"/>
                <a:gd name="connsiteY30" fmla="*/ 40461 h 544245"/>
                <a:gd name="connsiteX31" fmla="*/ 3481959 w 9182100"/>
                <a:gd name="connsiteY31" fmla="*/ 37889 h 544245"/>
                <a:gd name="connsiteX32" fmla="*/ 3430238 w 9182100"/>
                <a:gd name="connsiteY32" fmla="*/ 35889 h 544245"/>
                <a:gd name="connsiteX33" fmla="*/ 3020473 w 9182100"/>
                <a:gd name="connsiteY33" fmla="*/ 37603 h 544245"/>
                <a:gd name="connsiteX34" fmla="*/ 2614422 w 9182100"/>
                <a:gd name="connsiteY34" fmla="*/ 56844 h 544245"/>
                <a:gd name="connsiteX35" fmla="*/ 2208657 w 9182100"/>
                <a:gd name="connsiteY35" fmla="*/ 81609 h 544245"/>
                <a:gd name="connsiteX36" fmla="*/ 1800606 w 9182100"/>
                <a:gd name="connsiteY36" fmla="*/ 107612 h 544245"/>
                <a:gd name="connsiteX37" fmla="*/ 1594676 w 9182100"/>
                <a:gd name="connsiteY37" fmla="*/ 124948 h 544245"/>
                <a:gd name="connsiteX38" fmla="*/ 1491996 w 9182100"/>
                <a:gd name="connsiteY38" fmla="*/ 136568 h 544245"/>
                <a:gd name="connsiteX39" fmla="*/ 1442942 w 9182100"/>
                <a:gd name="connsiteY39" fmla="*/ 141902 h 544245"/>
                <a:gd name="connsiteX40" fmla="*/ 1418463 w 9182100"/>
                <a:gd name="connsiteY40" fmla="*/ 144664 h 544245"/>
                <a:gd name="connsiteX41" fmla="*/ 1393984 w 9182100"/>
                <a:gd name="connsiteY41" fmla="*/ 146855 h 544245"/>
                <a:gd name="connsiteX42" fmla="*/ 1006697 w 9182100"/>
                <a:gd name="connsiteY42" fmla="*/ 169810 h 544245"/>
                <a:gd name="connsiteX43" fmla="*/ 816864 w 9182100"/>
                <a:gd name="connsiteY43" fmla="*/ 170953 h 544245"/>
                <a:gd name="connsiteX44" fmla="*/ 769906 w 9182100"/>
                <a:gd name="connsiteY44" fmla="*/ 169715 h 544245"/>
                <a:gd name="connsiteX45" fmla="*/ 723043 w 9182100"/>
                <a:gd name="connsiteY45" fmla="*/ 168096 h 544245"/>
                <a:gd name="connsiteX46" fmla="*/ 676370 w 9182100"/>
                <a:gd name="connsiteY46" fmla="*/ 166286 h 544245"/>
                <a:gd name="connsiteX47" fmla="*/ 629888 w 9182100"/>
                <a:gd name="connsiteY47" fmla="*/ 163333 h 544245"/>
                <a:gd name="connsiteX48" fmla="*/ 445484 w 9182100"/>
                <a:gd name="connsiteY48" fmla="*/ 146093 h 544245"/>
                <a:gd name="connsiteX49" fmla="*/ 263366 w 9182100"/>
                <a:gd name="connsiteY49" fmla="*/ 115232 h 544245"/>
                <a:gd name="connsiteX50" fmla="*/ 81439 w 9182100"/>
                <a:gd name="connsiteY50" fmla="*/ 70369 h 544245"/>
                <a:gd name="connsiteX51" fmla="*/ 35338 w 9182100"/>
                <a:gd name="connsiteY51" fmla="*/ 57034 h 544245"/>
                <a:gd name="connsiteX52" fmla="*/ 0 w 9182100"/>
                <a:gd name="connsiteY52" fmla="*/ 46652 h 544245"/>
                <a:gd name="connsiteX53" fmla="*/ 0 w 9182100"/>
                <a:gd name="connsiteY53" fmla="*/ 426795 h 544245"/>
                <a:gd name="connsiteX54" fmla="*/ 178594 w 9182100"/>
                <a:gd name="connsiteY54" fmla="*/ 479658 h 544245"/>
                <a:gd name="connsiteX55" fmla="*/ 610457 w 9182100"/>
                <a:gd name="connsiteY55" fmla="*/ 542619 h 544245"/>
                <a:gd name="connsiteX56" fmla="*/ 826865 w 9182100"/>
                <a:gd name="connsiteY56" fmla="*/ 539666 h 544245"/>
                <a:gd name="connsiteX57" fmla="*/ 1039654 w 9182100"/>
                <a:gd name="connsiteY57" fmla="*/ 515187 h 544245"/>
                <a:gd name="connsiteX58" fmla="*/ 1449705 w 9182100"/>
                <a:gd name="connsiteY58" fmla="*/ 415270 h 544245"/>
                <a:gd name="connsiteX59" fmla="*/ 1548765 w 9182100"/>
                <a:gd name="connsiteY59" fmla="*/ 382123 h 544245"/>
                <a:gd name="connsiteX60" fmla="*/ 1642872 w 9182100"/>
                <a:gd name="connsiteY60" fmla="*/ 349261 h 544245"/>
                <a:gd name="connsiteX61" fmla="*/ 1832991 w 9182100"/>
                <a:gd name="connsiteY61" fmla="*/ 289158 h 544245"/>
                <a:gd name="connsiteX62" fmla="*/ 2222754 w 9182100"/>
                <a:gd name="connsiteY62" fmla="*/ 193623 h 544245"/>
                <a:gd name="connsiteX63" fmla="*/ 2620137 w 9182100"/>
                <a:gd name="connsiteY63" fmla="*/ 138378 h 544245"/>
                <a:gd name="connsiteX64" fmla="*/ 3020473 w 9182100"/>
                <a:gd name="connsiteY64" fmla="*/ 127234 h 544245"/>
                <a:gd name="connsiteX65" fmla="*/ 3219736 w 9182100"/>
                <a:gd name="connsiteY65" fmla="*/ 139807 h 544245"/>
                <a:gd name="connsiteX66" fmla="*/ 3318605 w 9182100"/>
                <a:gd name="connsiteY66" fmla="*/ 151713 h 544245"/>
                <a:gd name="connsiteX67" fmla="*/ 3367754 w 9182100"/>
                <a:gd name="connsiteY67" fmla="*/ 158666 h 544245"/>
                <a:gd name="connsiteX68" fmla="*/ 3416618 w 9182100"/>
                <a:gd name="connsiteY68" fmla="*/ 166858 h 544245"/>
                <a:gd name="connsiteX69" fmla="*/ 3465195 w 9182100"/>
                <a:gd name="connsiteY69" fmla="*/ 176097 h 544245"/>
                <a:gd name="connsiteX70" fmla="*/ 3513868 w 9182100"/>
                <a:gd name="connsiteY70" fmla="*/ 185908 h 544245"/>
                <a:gd name="connsiteX71" fmla="*/ 3612737 w 9182100"/>
                <a:gd name="connsiteY71" fmla="*/ 207625 h 544245"/>
                <a:gd name="connsiteX72" fmla="*/ 3810381 w 9182100"/>
                <a:gd name="connsiteY72" fmla="*/ 252106 h 544245"/>
                <a:gd name="connsiteX73" fmla="*/ 4206621 w 9182100"/>
                <a:gd name="connsiteY73" fmla="*/ 339736 h 544245"/>
                <a:gd name="connsiteX74" fmla="*/ 4306062 w 9182100"/>
                <a:gd name="connsiteY74" fmla="*/ 359834 h 544245"/>
                <a:gd name="connsiteX75" fmla="*/ 4405503 w 9182100"/>
                <a:gd name="connsiteY75" fmla="*/ 378979 h 544245"/>
                <a:gd name="connsiteX76" fmla="*/ 4611529 w 9182100"/>
                <a:gd name="connsiteY76" fmla="*/ 405745 h 544245"/>
                <a:gd name="connsiteX77" fmla="*/ 5031677 w 9182100"/>
                <a:gd name="connsiteY77" fmla="*/ 427462 h 544245"/>
                <a:gd name="connsiteX78" fmla="*/ 5243227 w 9182100"/>
                <a:gd name="connsiteY78" fmla="*/ 418699 h 544245"/>
                <a:gd name="connsiteX79" fmla="*/ 5451062 w 9182100"/>
                <a:gd name="connsiteY79" fmla="*/ 398029 h 544245"/>
                <a:gd name="connsiteX80" fmla="*/ 5844635 w 9182100"/>
                <a:gd name="connsiteY80" fmla="*/ 353071 h 544245"/>
                <a:gd name="connsiteX81" fmla="*/ 5939981 w 9182100"/>
                <a:gd name="connsiteY81" fmla="*/ 346975 h 544245"/>
                <a:gd name="connsiteX82" fmla="*/ 6035898 w 9182100"/>
                <a:gd name="connsiteY82" fmla="*/ 344118 h 544245"/>
                <a:gd name="connsiteX83" fmla="*/ 6232303 w 9182100"/>
                <a:gd name="connsiteY83" fmla="*/ 343642 h 544245"/>
                <a:gd name="connsiteX84" fmla="*/ 6630924 w 9182100"/>
                <a:gd name="connsiteY84" fmla="*/ 351071 h 544245"/>
                <a:gd name="connsiteX85" fmla="*/ 6831140 w 9182100"/>
                <a:gd name="connsiteY85" fmla="*/ 356596 h 544245"/>
                <a:gd name="connsiteX86" fmla="*/ 7031545 w 9182100"/>
                <a:gd name="connsiteY86" fmla="*/ 362501 h 544245"/>
                <a:gd name="connsiteX87" fmla="*/ 7432262 w 9182100"/>
                <a:gd name="connsiteY87" fmla="*/ 378408 h 544245"/>
                <a:gd name="connsiteX88" fmla="*/ 7830312 w 9182100"/>
                <a:gd name="connsiteY88" fmla="*/ 402506 h 544245"/>
                <a:gd name="connsiteX89" fmla="*/ 7879270 w 9182100"/>
                <a:gd name="connsiteY89" fmla="*/ 406792 h 544245"/>
                <a:gd name="connsiteX90" fmla="*/ 7926895 w 9182100"/>
                <a:gd name="connsiteY90" fmla="*/ 411745 h 544245"/>
                <a:gd name="connsiteX91" fmla="*/ 7977569 w 9182100"/>
                <a:gd name="connsiteY91" fmla="*/ 417175 h 544245"/>
                <a:gd name="connsiteX92" fmla="*/ 8030623 w 9182100"/>
                <a:gd name="connsiteY92" fmla="*/ 422127 h 544245"/>
                <a:gd name="connsiteX93" fmla="*/ 8237982 w 9182100"/>
                <a:gd name="connsiteY93" fmla="*/ 435177 h 544245"/>
                <a:gd name="connsiteX94" fmla="*/ 8647748 w 9182100"/>
                <a:gd name="connsiteY94" fmla="*/ 449464 h 544245"/>
                <a:gd name="connsiteX95" fmla="*/ 8852821 w 9182100"/>
                <a:gd name="connsiteY95" fmla="*/ 456132 h 544245"/>
                <a:gd name="connsiteX96" fmla="*/ 8955786 w 9182100"/>
                <a:gd name="connsiteY96" fmla="*/ 458132 h 544245"/>
                <a:gd name="connsiteX97" fmla="*/ 9059227 w 9182100"/>
                <a:gd name="connsiteY97" fmla="*/ 457751 h 544245"/>
                <a:gd name="connsiteX98" fmla="*/ 9182005 w 9182100"/>
                <a:gd name="connsiteY98" fmla="*/ 452512 h 544245"/>
                <a:gd name="connsiteX99" fmla="*/ 9182005 w 9182100"/>
                <a:gd name="connsiteY99" fmla="*/ 154189 h 54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</a:cxnLst>
              <a:rect l="l" t="t" r="r" b="b"/>
              <a:pathLst>
                <a:path w="9182100" h="544245">
                  <a:moveTo>
                    <a:pt x="9182100" y="154189"/>
                  </a:moveTo>
                  <a:cubicBezTo>
                    <a:pt x="9137618" y="157142"/>
                    <a:pt x="9092851" y="159904"/>
                    <a:pt x="9047702" y="162762"/>
                  </a:cubicBezTo>
                  <a:cubicBezTo>
                    <a:pt x="8917114" y="170668"/>
                    <a:pt x="8784717" y="178002"/>
                    <a:pt x="8652224" y="178287"/>
                  </a:cubicBezTo>
                  <a:cubicBezTo>
                    <a:pt x="8519732" y="178764"/>
                    <a:pt x="8387049" y="171239"/>
                    <a:pt x="8255603" y="161047"/>
                  </a:cubicBezTo>
                  <a:cubicBezTo>
                    <a:pt x="8189881" y="155904"/>
                    <a:pt x="8124539" y="149236"/>
                    <a:pt x="8060722" y="140854"/>
                  </a:cubicBezTo>
                  <a:cubicBezTo>
                    <a:pt x="8044815" y="138759"/>
                    <a:pt x="8029099" y="136473"/>
                    <a:pt x="8013478" y="134187"/>
                  </a:cubicBezTo>
                  <a:lnTo>
                    <a:pt x="7990428" y="130567"/>
                  </a:lnTo>
                  <a:lnTo>
                    <a:pt x="7964139" y="126853"/>
                  </a:lnTo>
                  <a:cubicBezTo>
                    <a:pt x="7946708" y="124376"/>
                    <a:pt x="7928896" y="121709"/>
                    <a:pt x="7911656" y="119518"/>
                  </a:cubicBezTo>
                  <a:lnTo>
                    <a:pt x="7860220" y="113232"/>
                  </a:lnTo>
                  <a:cubicBezTo>
                    <a:pt x="7723728" y="96277"/>
                    <a:pt x="7589044" y="83038"/>
                    <a:pt x="7453884" y="70369"/>
                  </a:cubicBezTo>
                  <a:cubicBezTo>
                    <a:pt x="7318915" y="57701"/>
                    <a:pt x="7184041" y="46366"/>
                    <a:pt x="7048976" y="36556"/>
                  </a:cubicBezTo>
                  <a:cubicBezTo>
                    <a:pt x="6981444" y="31793"/>
                    <a:pt x="6913912" y="26840"/>
                    <a:pt x="6846285" y="22649"/>
                  </a:cubicBezTo>
                  <a:cubicBezTo>
                    <a:pt x="6778657" y="18553"/>
                    <a:pt x="6710934" y="14934"/>
                    <a:pt x="6643212" y="11600"/>
                  </a:cubicBezTo>
                  <a:lnTo>
                    <a:pt x="6541485" y="7314"/>
                  </a:lnTo>
                  <a:cubicBezTo>
                    <a:pt x="6507576" y="5790"/>
                    <a:pt x="6473667" y="4647"/>
                    <a:pt x="6439567" y="3885"/>
                  </a:cubicBezTo>
                  <a:lnTo>
                    <a:pt x="6337459" y="1313"/>
                  </a:lnTo>
                  <a:lnTo>
                    <a:pt x="6234970" y="75"/>
                  </a:lnTo>
                  <a:cubicBezTo>
                    <a:pt x="6166295" y="-116"/>
                    <a:pt x="6097715" y="-116"/>
                    <a:pt x="6027802" y="2265"/>
                  </a:cubicBezTo>
                  <a:cubicBezTo>
                    <a:pt x="5993320" y="3123"/>
                    <a:pt x="5957412" y="4456"/>
                    <a:pt x="5921978" y="6552"/>
                  </a:cubicBezTo>
                  <a:cubicBezTo>
                    <a:pt x="5886546" y="8552"/>
                    <a:pt x="5851112" y="11124"/>
                    <a:pt x="5815965" y="14362"/>
                  </a:cubicBezTo>
                  <a:cubicBezTo>
                    <a:pt x="5674995" y="27126"/>
                    <a:pt x="5538597" y="48938"/>
                    <a:pt x="5408390" y="67036"/>
                  </a:cubicBezTo>
                  <a:cubicBezTo>
                    <a:pt x="5277993" y="85514"/>
                    <a:pt x="5151692" y="99039"/>
                    <a:pt x="5023866" y="103992"/>
                  </a:cubicBezTo>
                  <a:cubicBezTo>
                    <a:pt x="4960049" y="106660"/>
                    <a:pt x="4895946" y="107231"/>
                    <a:pt x="4831556" y="106374"/>
                  </a:cubicBezTo>
                  <a:cubicBezTo>
                    <a:pt x="4767167" y="105231"/>
                    <a:pt x="4702588" y="102468"/>
                    <a:pt x="4637723" y="98754"/>
                  </a:cubicBezTo>
                  <a:cubicBezTo>
                    <a:pt x="4572762" y="95230"/>
                    <a:pt x="4507992" y="88848"/>
                    <a:pt x="4442460" y="83038"/>
                  </a:cubicBezTo>
                  <a:cubicBezTo>
                    <a:pt x="4408837" y="80752"/>
                    <a:pt x="4375214" y="79228"/>
                    <a:pt x="4341686" y="77227"/>
                  </a:cubicBezTo>
                  <a:cubicBezTo>
                    <a:pt x="4308158" y="75227"/>
                    <a:pt x="4274534" y="73417"/>
                    <a:pt x="4241006" y="71989"/>
                  </a:cubicBezTo>
                  <a:cubicBezTo>
                    <a:pt x="4106895" y="65131"/>
                    <a:pt x="3971925" y="59797"/>
                    <a:pt x="3836956" y="54177"/>
                  </a:cubicBezTo>
                  <a:lnTo>
                    <a:pt x="3634549" y="45414"/>
                  </a:lnTo>
                  <a:lnTo>
                    <a:pt x="3533394" y="40461"/>
                  </a:lnTo>
                  <a:lnTo>
                    <a:pt x="3481959" y="37889"/>
                  </a:lnTo>
                  <a:cubicBezTo>
                    <a:pt x="3464719" y="37127"/>
                    <a:pt x="3447479" y="36079"/>
                    <a:pt x="3430238" y="35889"/>
                  </a:cubicBezTo>
                  <a:cubicBezTo>
                    <a:pt x="3292602" y="31126"/>
                    <a:pt x="3156299" y="33603"/>
                    <a:pt x="3020473" y="37603"/>
                  </a:cubicBezTo>
                  <a:cubicBezTo>
                    <a:pt x="2884741" y="41985"/>
                    <a:pt x="2749487" y="48843"/>
                    <a:pt x="2614422" y="56844"/>
                  </a:cubicBezTo>
                  <a:lnTo>
                    <a:pt x="2208657" y="81609"/>
                  </a:lnTo>
                  <a:cubicBezTo>
                    <a:pt x="2073116" y="89991"/>
                    <a:pt x="1937195" y="97515"/>
                    <a:pt x="1800606" y="107612"/>
                  </a:cubicBezTo>
                  <a:cubicBezTo>
                    <a:pt x="1732217" y="112184"/>
                    <a:pt x="1663827" y="117804"/>
                    <a:pt x="1594676" y="124948"/>
                  </a:cubicBezTo>
                  <a:lnTo>
                    <a:pt x="1491996" y="136568"/>
                  </a:lnTo>
                  <a:lnTo>
                    <a:pt x="1442942" y="141902"/>
                  </a:lnTo>
                  <a:lnTo>
                    <a:pt x="1418463" y="144664"/>
                  </a:lnTo>
                  <a:lnTo>
                    <a:pt x="1393984" y="146855"/>
                  </a:lnTo>
                  <a:cubicBezTo>
                    <a:pt x="1263491" y="159142"/>
                    <a:pt x="1134142" y="166667"/>
                    <a:pt x="1006697" y="169810"/>
                  </a:cubicBezTo>
                  <a:cubicBezTo>
                    <a:pt x="942975" y="172001"/>
                    <a:pt x="879729" y="171239"/>
                    <a:pt x="816864" y="170953"/>
                  </a:cubicBezTo>
                  <a:lnTo>
                    <a:pt x="769906" y="169715"/>
                  </a:lnTo>
                  <a:cubicBezTo>
                    <a:pt x="754285" y="169525"/>
                    <a:pt x="738569" y="169048"/>
                    <a:pt x="723043" y="168096"/>
                  </a:cubicBezTo>
                  <a:lnTo>
                    <a:pt x="676370" y="166286"/>
                  </a:lnTo>
                  <a:cubicBezTo>
                    <a:pt x="660845" y="165238"/>
                    <a:pt x="645414" y="164095"/>
                    <a:pt x="629888" y="163333"/>
                  </a:cubicBezTo>
                  <a:cubicBezTo>
                    <a:pt x="568071" y="159047"/>
                    <a:pt x="506540" y="154094"/>
                    <a:pt x="445484" y="146093"/>
                  </a:cubicBezTo>
                  <a:cubicBezTo>
                    <a:pt x="384524" y="137997"/>
                    <a:pt x="323850" y="128091"/>
                    <a:pt x="263366" y="115232"/>
                  </a:cubicBezTo>
                  <a:cubicBezTo>
                    <a:pt x="202787" y="102850"/>
                    <a:pt x="142589" y="87419"/>
                    <a:pt x="81439" y="70369"/>
                  </a:cubicBezTo>
                  <a:cubicBezTo>
                    <a:pt x="66199" y="66178"/>
                    <a:pt x="50864" y="61702"/>
                    <a:pt x="35338" y="57034"/>
                  </a:cubicBezTo>
                  <a:lnTo>
                    <a:pt x="0" y="46652"/>
                  </a:lnTo>
                  <a:lnTo>
                    <a:pt x="0" y="426795"/>
                  </a:lnTo>
                  <a:cubicBezTo>
                    <a:pt x="58198" y="446416"/>
                    <a:pt x="117920" y="464323"/>
                    <a:pt x="178594" y="479658"/>
                  </a:cubicBezTo>
                  <a:cubicBezTo>
                    <a:pt x="319850" y="514901"/>
                    <a:pt x="465582" y="537094"/>
                    <a:pt x="610457" y="542619"/>
                  </a:cubicBezTo>
                  <a:cubicBezTo>
                    <a:pt x="682943" y="545953"/>
                    <a:pt x="755142" y="543762"/>
                    <a:pt x="826865" y="539666"/>
                  </a:cubicBezTo>
                  <a:cubicBezTo>
                    <a:pt x="898398" y="534523"/>
                    <a:pt x="969645" y="526903"/>
                    <a:pt x="1039654" y="515187"/>
                  </a:cubicBezTo>
                  <a:cubicBezTo>
                    <a:pt x="1180052" y="492517"/>
                    <a:pt x="1316736" y="457751"/>
                    <a:pt x="1449705" y="415270"/>
                  </a:cubicBezTo>
                  <a:cubicBezTo>
                    <a:pt x="1483138" y="405364"/>
                    <a:pt x="1515809" y="393172"/>
                    <a:pt x="1548765" y="382123"/>
                  </a:cubicBezTo>
                  <a:lnTo>
                    <a:pt x="1642872" y="349261"/>
                  </a:lnTo>
                  <a:cubicBezTo>
                    <a:pt x="1705261" y="328211"/>
                    <a:pt x="1768983" y="308208"/>
                    <a:pt x="1832991" y="289158"/>
                  </a:cubicBezTo>
                  <a:cubicBezTo>
                    <a:pt x="1961198" y="251821"/>
                    <a:pt x="2091404" y="219435"/>
                    <a:pt x="2222754" y="193623"/>
                  </a:cubicBezTo>
                  <a:cubicBezTo>
                    <a:pt x="2354199" y="168382"/>
                    <a:pt x="2486882" y="149332"/>
                    <a:pt x="2620137" y="138378"/>
                  </a:cubicBezTo>
                  <a:cubicBezTo>
                    <a:pt x="2753392" y="127424"/>
                    <a:pt x="2887123" y="122947"/>
                    <a:pt x="3020473" y="127234"/>
                  </a:cubicBezTo>
                  <a:cubicBezTo>
                    <a:pt x="3087148" y="129043"/>
                    <a:pt x="3153632" y="133711"/>
                    <a:pt x="3219736" y="139807"/>
                  </a:cubicBezTo>
                  <a:cubicBezTo>
                    <a:pt x="3252788" y="143426"/>
                    <a:pt x="3285839" y="146760"/>
                    <a:pt x="3318605" y="151713"/>
                  </a:cubicBezTo>
                  <a:lnTo>
                    <a:pt x="3367754" y="158666"/>
                  </a:lnTo>
                  <a:cubicBezTo>
                    <a:pt x="3384042" y="161238"/>
                    <a:pt x="3400330" y="164000"/>
                    <a:pt x="3416618" y="166858"/>
                  </a:cubicBezTo>
                  <a:cubicBezTo>
                    <a:pt x="3432905" y="169525"/>
                    <a:pt x="3449003" y="172954"/>
                    <a:pt x="3465195" y="176097"/>
                  </a:cubicBezTo>
                  <a:cubicBezTo>
                    <a:pt x="3481483" y="179431"/>
                    <a:pt x="3497199" y="182288"/>
                    <a:pt x="3513868" y="185908"/>
                  </a:cubicBezTo>
                  <a:lnTo>
                    <a:pt x="3612737" y="207625"/>
                  </a:lnTo>
                  <a:lnTo>
                    <a:pt x="3810381" y="252106"/>
                  </a:lnTo>
                  <a:cubicBezTo>
                    <a:pt x="3942112" y="282015"/>
                    <a:pt x="4073843" y="312590"/>
                    <a:pt x="4206621" y="339736"/>
                  </a:cubicBezTo>
                  <a:cubicBezTo>
                    <a:pt x="4239768" y="346785"/>
                    <a:pt x="4272915" y="353452"/>
                    <a:pt x="4306062" y="359834"/>
                  </a:cubicBezTo>
                  <a:cubicBezTo>
                    <a:pt x="4339209" y="366216"/>
                    <a:pt x="4372356" y="372979"/>
                    <a:pt x="4405503" y="378979"/>
                  </a:cubicBezTo>
                  <a:cubicBezTo>
                    <a:pt x="4473416" y="389266"/>
                    <a:pt x="4542378" y="398410"/>
                    <a:pt x="4611529" y="405745"/>
                  </a:cubicBezTo>
                  <a:cubicBezTo>
                    <a:pt x="4749832" y="420794"/>
                    <a:pt x="4890326" y="428795"/>
                    <a:pt x="5031677" y="427462"/>
                  </a:cubicBezTo>
                  <a:cubicBezTo>
                    <a:pt x="5102352" y="426985"/>
                    <a:pt x="5173028" y="423747"/>
                    <a:pt x="5243227" y="418699"/>
                  </a:cubicBezTo>
                  <a:cubicBezTo>
                    <a:pt x="5313427" y="413650"/>
                    <a:pt x="5382959" y="406030"/>
                    <a:pt x="5451062" y="398029"/>
                  </a:cubicBezTo>
                  <a:cubicBezTo>
                    <a:pt x="5587651" y="381551"/>
                    <a:pt x="5717381" y="362501"/>
                    <a:pt x="5844635" y="353071"/>
                  </a:cubicBezTo>
                  <a:cubicBezTo>
                    <a:pt x="5876544" y="350690"/>
                    <a:pt x="5908262" y="348404"/>
                    <a:pt x="5939981" y="346975"/>
                  </a:cubicBezTo>
                  <a:cubicBezTo>
                    <a:pt x="5971794" y="345356"/>
                    <a:pt x="6003036" y="344308"/>
                    <a:pt x="6035898" y="344118"/>
                  </a:cubicBezTo>
                  <a:cubicBezTo>
                    <a:pt x="6100477" y="343070"/>
                    <a:pt x="6166390" y="343356"/>
                    <a:pt x="6232303" y="343642"/>
                  </a:cubicBezTo>
                  <a:cubicBezTo>
                    <a:pt x="6364415" y="344880"/>
                    <a:pt x="6497669" y="347833"/>
                    <a:pt x="6630924" y="351071"/>
                  </a:cubicBezTo>
                  <a:lnTo>
                    <a:pt x="6831140" y="356596"/>
                  </a:lnTo>
                  <a:lnTo>
                    <a:pt x="7031545" y="362501"/>
                  </a:lnTo>
                  <a:cubicBezTo>
                    <a:pt x="7165086" y="367454"/>
                    <a:pt x="7298818" y="371835"/>
                    <a:pt x="7432262" y="378408"/>
                  </a:cubicBezTo>
                  <a:cubicBezTo>
                    <a:pt x="7565518" y="384790"/>
                    <a:pt x="7699153" y="392124"/>
                    <a:pt x="7830312" y="402506"/>
                  </a:cubicBezTo>
                  <a:lnTo>
                    <a:pt x="7879270" y="406792"/>
                  </a:lnTo>
                  <a:lnTo>
                    <a:pt x="7926895" y="411745"/>
                  </a:lnTo>
                  <a:lnTo>
                    <a:pt x="7977569" y="417175"/>
                  </a:lnTo>
                  <a:cubicBezTo>
                    <a:pt x="7995380" y="418984"/>
                    <a:pt x="8013097" y="420699"/>
                    <a:pt x="8030623" y="422127"/>
                  </a:cubicBezTo>
                  <a:cubicBezTo>
                    <a:pt x="8100632" y="427843"/>
                    <a:pt x="8169402" y="431748"/>
                    <a:pt x="8237982" y="435177"/>
                  </a:cubicBezTo>
                  <a:cubicBezTo>
                    <a:pt x="8375047" y="442035"/>
                    <a:pt x="8511254" y="444511"/>
                    <a:pt x="8647748" y="449464"/>
                  </a:cubicBezTo>
                  <a:cubicBezTo>
                    <a:pt x="8715946" y="451750"/>
                    <a:pt x="8784336" y="454513"/>
                    <a:pt x="8852821" y="456132"/>
                  </a:cubicBezTo>
                  <a:cubicBezTo>
                    <a:pt x="8887111" y="456989"/>
                    <a:pt x="8921401" y="457751"/>
                    <a:pt x="8955786" y="458132"/>
                  </a:cubicBezTo>
                  <a:cubicBezTo>
                    <a:pt x="8990171" y="458323"/>
                    <a:pt x="9024651" y="458227"/>
                    <a:pt x="9059227" y="457751"/>
                  </a:cubicBezTo>
                  <a:cubicBezTo>
                    <a:pt x="9099995" y="456989"/>
                    <a:pt x="9140857" y="455275"/>
                    <a:pt x="9182005" y="452512"/>
                  </a:cubicBezTo>
                  <a:lnTo>
                    <a:pt x="9182005" y="15418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EF4DD4B-217B-4346-A2B8-432793639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324550"/>
              <a:ext cx="9182100" cy="765639"/>
            </a:xfrm>
            <a:custGeom>
              <a:avLst/>
              <a:gdLst>
                <a:gd name="connsiteX0" fmla="*/ 9182100 w 9182100"/>
                <a:gd name="connsiteY0" fmla="*/ 351088 h 765639"/>
                <a:gd name="connsiteX1" fmla="*/ 9178480 w 9182100"/>
                <a:gd name="connsiteY1" fmla="*/ 350993 h 765639"/>
                <a:gd name="connsiteX2" fmla="*/ 8783955 w 9182100"/>
                <a:gd name="connsiteY2" fmla="*/ 327561 h 765639"/>
                <a:gd name="connsiteX3" fmla="*/ 8390763 w 9182100"/>
                <a:gd name="connsiteY3" fmla="*/ 288795 h 765639"/>
                <a:gd name="connsiteX4" fmla="*/ 8199502 w 9182100"/>
                <a:gd name="connsiteY4" fmla="*/ 262601 h 765639"/>
                <a:gd name="connsiteX5" fmla="*/ 8153972 w 9182100"/>
                <a:gd name="connsiteY5" fmla="*/ 254886 h 765639"/>
                <a:gd name="connsiteX6" fmla="*/ 8131588 w 9182100"/>
                <a:gd name="connsiteY6" fmla="*/ 250790 h 765639"/>
                <a:gd name="connsiteX7" fmla="*/ 8104632 w 9182100"/>
                <a:gd name="connsiteY7" fmla="*/ 246504 h 765639"/>
                <a:gd name="connsiteX8" fmla="*/ 8050911 w 9182100"/>
                <a:gd name="connsiteY8" fmla="*/ 238217 h 765639"/>
                <a:gd name="connsiteX9" fmla="*/ 7998810 w 9182100"/>
                <a:gd name="connsiteY9" fmla="*/ 230978 h 765639"/>
                <a:gd name="connsiteX10" fmla="*/ 7589902 w 9182100"/>
                <a:gd name="connsiteY10" fmla="*/ 183925 h 765639"/>
                <a:gd name="connsiteX11" fmla="*/ 7183469 w 9182100"/>
                <a:gd name="connsiteY11" fmla="*/ 147634 h 765639"/>
                <a:gd name="connsiteX12" fmla="*/ 6775990 w 9182100"/>
                <a:gd name="connsiteY12" fmla="*/ 119821 h 765639"/>
                <a:gd name="connsiteX13" fmla="*/ 6364795 w 9182100"/>
                <a:gd name="connsiteY13" fmla="*/ 102391 h 765639"/>
                <a:gd name="connsiteX14" fmla="*/ 6154293 w 9182100"/>
                <a:gd name="connsiteY14" fmla="*/ 100581 h 765639"/>
                <a:gd name="connsiteX15" fmla="*/ 6100287 w 9182100"/>
                <a:gd name="connsiteY15" fmla="*/ 101343 h 765639"/>
                <a:gd name="connsiteX16" fmla="*/ 6045327 w 9182100"/>
                <a:gd name="connsiteY16" fmla="*/ 103438 h 765639"/>
                <a:gd name="connsiteX17" fmla="*/ 5935980 w 9182100"/>
                <a:gd name="connsiteY17" fmla="*/ 110296 h 765639"/>
                <a:gd name="connsiteX18" fmla="*/ 5523357 w 9182100"/>
                <a:gd name="connsiteY18" fmla="*/ 157635 h 765639"/>
                <a:gd name="connsiteX19" fmla="*/ 5149882 w 9182100"/>
                <a:gd name="connsiteY19" fmla="*/ 185639 h 765639"/>
                <a:gd name="connsiteX20" fmla="*/ 4777073 w 9182100"/>
                <a:gd name="connsiteY20" fmla="*/ 170685 h 765639"/>
                <a:gd name="connsiteX21" fmla="*/ 4729925 w 9182100"/>
                <a:gd name="connsiteY21" fmla="*/ 166208 h 765639"/>
                <a:gd name="connsiteX22" fmla="*/ 4682585 w 9182100"/>
                <a:gd name="connsiteY22" fmla="*/ 161064 h 765639"/>
                <a:gd name="connsiteX23" fmla="*/ 4635151 w 9182100"/>
                <a:gd name="connsiteY23" fmla="*/ 155445 h 765639"/>
                <a:gd name="connsiteX24" fmla="*/ 4611434 w 9182100"/>
                <a:gd name="connsiteY24" fmla="*/ 152492 h 765639"/>
                <a:gd name="connsiteX25" fmla="*/ 4587145 w 9182100"/>
                <a:gd name="connsiteY25" fmla="*/ 149349 h 765639"/>
                <a:gd name="connsiteX26" fmla="*/ 4387977 w 9182100"/>
                <a:gd name="connsiteY26" fmla="*/ 122774 h 765639"/>
                <a:gd name="connsiteX27" fmla="*/ 3989356 w 9182100"/>
                <a:gd name="connsiteY27" fmla="*/ 68577 h 765639"/>
                <a:gd name="connsiteX28" fmla="*/ 3789140 w 9182100"/>
                <a:gd name="connsiteY28" fmla="*/ 42192 h 765639"/>
                <a:gd name="connsiteX29" fmla="*/ 3689033 w 9182100"/>
                <a:gd name="connsiteY29" fmla="*/ 29143 h 765639"/>
                <a:gd name="connsiteX30" fmla="*/ 3634835 w 9182100"/>
                <a:gd name="connsiteY30" fmla="*/ 22571 h 765639"/>
                <a:gd name="connsiteX31" fmla="*/ 3579876 w 9182100"/>
                <a:gd name="connsiteY31" fmla="*/ 16856 h 765639"/>
                <a:gd name="connsiteX32" fmla="*/ 3147441 w 9182100"/>
                <a:gd name="connsiteY32" fmla="*/ 473 h 765639"/>
                <a:gd name="connsiteX33" fmla="*/ 2724722 w 9182100"/>
                <a:gd name="connsiteY33" fmla="*/ 22857 h 765639"/>
                <a:gd name="connsiteX34" fmla="*/ 1898428 w 9182100"/>
                <a:gd name="connsiteY34" fmla="*/ 147730 h 765639"/>
                <a:gd name="connsiteX35" fmla="*/ 1692878 w 9182100"/>
                <a:gd name="connsiteY35" fmla="*/ 195069 h 765639"/>
                <a:gd name="connsiteX36" fmla="*/ 1640205 w 9182100"/>
                <a:gd name="connsiteY36" fmla="*/ 208785 h 765639"/>
                <a:gd name="connsiteX37" fmla="*/ 1592294 w 9182100"/>
                <a:gd name="connsiteY37" fmla="*/ 221643 h 765639"/>
                <a:gd name="connsiteX38" fmla="*/ 1500092 w 9182100"/>
                <a:gd name="connsiteY38" fmla="*/ 245551 h 765639"/>
                <a:gd name="connsiteX39" fmla="*/ 1130046 w 9182100"/>
                <a:gd name="connsiteY39" fmla="*/ 318227 h 765639"/>
                <a:gd name="connsiteX40" fmla="*/ 944880 w 9182100"/>
                <a:gd name="connsiteY40" fmla="*/ 337658 h 765639"/>
                <a:gd name="connsiteX41" fmla="*/ 852583 w 9182100"/>
                <a:gd name="connsiteY41" fmla="*/ 341944 h 765639"/>
                <a:gd name="connsiteX42" fmla="*/ 760476 w 9182100"/>
                <a:gd name="connsiteY42" fmla="*/ 343087 h 765639"/>
                <a:gd name="connsiteX43" fmla="*/ 577215 w 9182100"/>
                <a:gd name="connsiteY43" fmla="*/ 332800 h 765639"/>
                <a:gd name="connsiteX44" fmla="*/ 394907 w 9182100"/>
                <a:gd name="connsiteY44" fmla="*/ 305463 h 765639"/>
                <a:gd name="connsiteX45" fmla="*/ 211265 w 9182100"/>
                <a:gd name="connsiteY45" fmla="*/ 261363 h 765639"/>
                <a:gd name="connsiteX46" fmla="*/ 17526 w 9182100"/>
                <a:gd name="connsiteY46" fmla="*/ 204880 h 765639"/>
                <a:gd name="connsiteX47" fmla="*/ 0 w 9182100"/>
                <a:gd name="connsiteY47" fmla="*/ 199927 h 765639"/>
                <a:gd name="connsiteX48" fmla="*/ 0 w 9182100"/>
                <a:gd name="connsiteY48" fmla="*/ 526920 h 765639"/>
                <a:gd name="connsiteX49" fmla="*/ 100298 w 9182100"/>
                <a:gd name="connsiteY49" fmla="*/ 571973 h 765639"/>
                <a:gd name="connsiteX50" fmla="*/ 301562 w 9182100"/>
                <a:gd name="connsiteY50" fmla="*/ 649697 h 765639"/>
                <a:gd name="connsiteX51" fmla="*/ 731044 w 9182100"/>
                <a:gd name="connsiteY51" fmla="*/ 746947 h 765639"/>
                <a:gd name="connsiteX52" fmla="*/ 1168241 w 9182100"/>
                <a:gd name="connsiteY52" fmla="*/ 762759 h 765639"/>
                <a:gd name="connsiteX53" fmla="*/ 1596581 w 9182100"/>
                <a:gd name="connsiteY53" fmla="*/ 716944 h 765639"/>
                <a:gd name="connsiteX54" fmla="*/ 1701641 w 9182100"/>
                <a:gd name="connsiteY54" fmla="*/ 697894 h 765639"/>
                <a:gd name="connsiteX55" fmla="*/ 1752124 w 9182100"/>
                <a:gd name="connsiteY55" fmla="*/ 688273 h 765639"/>
                <a:gd name="connsiteX56" fmla="*/ 1797939 w 9182100"/>
                <a:gd name="connsiteY56" fmla="*/ 679891 h 765639"/>
                <a:gd name="connsiteX57" fmla="*/ 1988630 w 9182100"/>
                <a:gd name="connsiteY57" fmla="*/ 649316 h 765639"/>
                <a:gd name="connsiteX58" fmla="*/ 2376297 w 9182100"/>
                <a:gd name="connsiteY58" fmla="*/ 601691 h 765639"/>
                <a:gd name="connsiteX59" fmla="*/ 2570416 w 9182100"/>
                <a:gd name="connsiteY59" fmla="*/ 584165 h 765639"/>
                <a:gd name="connsiteX60" fmla="*/ 2764155 w 9182100"/>
                <a:gd name="connsiteY60" fmla="*/ 571497 h 765639"/>
                <a:gd name="connsiteX61" fmla="*/ 2956941 w 9182100"/>
                <a:gd name="connsiteY61" fmla="*/ 564163 h 765639"/>
                <a:gd name="connsiteX62" fmla="*/ 3148298 w 9182100"/>
                <a:gd name="connsiteY62" fmla="*/ 562639 h 765639"/>
                <a:gd name="connsiteX63" fmla="*/ 3337274 w 9182100"/>
                <a:gd name="connsiteY63" fmla="*/ 568544 h 765639"/>
                <a:gd name="connsiteX64" fmla="*/ 3522345 w 9182100"/>
                <a:gd name="connsiteY64" fmla="*/ 583308 h 765639"/>
                <a:gd name="connsiteX65" fmla="*/ 3567779 w 9182100"/>
                <a:gd name="connsiteY65" fmla="*/ 588642 h 765639"/>
                <a:gd name="connsiteX66" fmla="*/ 3613785 w 9182100"/>
                <a:gd name="connsiteY66" fmla="*/ 594357 h 765639"/>
                <a:gd name="connsiteX67" fmla="*/ 3713798 w 9182100"/>
                <a:gd name="connsiteY67" fmla="*/ 607882 h 765639"/>
                <a:gd name="connsiteX68" fmla="*/ 3913823 w 9182100"/>
                <a:gd name="connsiteY68" fmla="*/ 634838 h 765639"/>
                <a:gd name="connsiteX69" fmla="*/ 4315873 w 9182100"/>
                <a:gd name="connsiteY69" fmla="*/ 686273 h 765639"/>
                <a:gd name="connsiteX70" fmla="*/ 4517422 w 9182100"/>
                <a:gd name="connsiteY70" fmla="*/ 710086 h 765639"/>
                <a:gd name="connsiteX71" fmla="*/ 4728972 w 9182100"/>
                <a:gd name="connsiteY71" fmla="*/ 731422 h 765639"/>
                <a:gd name="connsiteX72" fmla="*/ 5162931 w 9182100"/>
                <a:gd name="connsiteY72" fmla="*/ 744185 h 765639"/>
                <a:gd name="connsiteX73" fmla="*/ 5594033 w 9182100"/>
                <a:gd name="connsiteY73" fmla="*/ 706466 h 765639"/>
                <a:gd name="connsiteX74" fmla="*/ 5982939 w 9182100"/>
                <a:gd name="connsiteY74" fmla="*/ 655793 h 765639"/>
                <a:gd name="connsiteX75" fmla="*/ 6075045 w 9182100"/>
                <a:gd name="connsiteY75" fmla="*/ 648459 h 765639"/>
                <a:gd name="connsiteX76" fmla="*/ 6167819 w 9182100"/>
                <a:gd name="connsiteY76" fmla="*/ 643887 h 765639"/>
                <a:gd name="connsiteX77" fmla="*/ 6361081 w 9182100"/>
                <a:gd name="connsiteY77" fmla="*/ 639124 h 765639"/>
                <a:gd name="connsiteX78" fmla="*/ 6757321 w 9182100"/>
                <a:gd name="connsiteY78" fmla="*/ 640458 h 765639"/>
                <a:gd name="connsiteX79" fmla="*/ 7156704 w 9182100"/>
                <a:gd name="connsiteY79" fmla="*/ 649030 h 765639"/>
                <a:gd name="connsiteX80" fmla="*/ 7556373 w 9182100"/>
                <a:gd name="connsiteY80" fmla="*/ 662365 h 765639"/>
                <a:gd name="connsiteX81" fmla="*/ 7952328 w 9182100"/>
                <a:gd name="connsiteY81" fmla="*/ 682177 h 765639"/>
                <a:gd name="connsiteX82" fmla="*/ 8000714 w 9182100"/>
                <a:gd name="connsiteY82" fmla="*/ 685511 h 765639"/>
                <a:gd name="connsiteX83" fmla="*/ 8047196 w 9182100"/>
                <a:gd name="connsiteY83" fmla="*/ 689416 h 765639"/>
                <a:gd name="connsiteX84" fmla="*/ 8097965 w 9182100"/>
                <a:gd name="connsiteY84" fmla="*/ 693893 h 765639"/>
                <a:gd name="connsiteX85" fmla="*/ 8152733 w 9182100"/>
                <a:gd name="connsiteY85" fmla="*/ 697894 h 765639"/>
                <a:gd name="connsiteX86" fmla="*/ 8363903 w 9182100"/>
                <a:gd name="connsiteY86" fmla="*/ 705133 h 765639"/>
                <a:gd name="connsiteX87" fmla="*/ 8777764 w 9182100"/>
                <a:gd name="connsiteY87" fmla="*/ 698084 h 765639"/>
                <a:gd name="connsiteX88" fmla="*/ 9182005 w 9182100"/>
                <a:gd name="connsiteY88" fmla="*/ 668366 h 765639"/>
                <a:gd name="connsiteX89" fmla="*/ 9182005 w 9182100"/>
                <a:gd name="connsiteY89" fmla="*/ 351088 h 76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9182100" h="765639">
                  <a:moveTo>
                    <a:pt x="9182100" y="351088"/>
                  </a:moveTo>
                  <a:cubicBezTo>
                    <a:pt x="9180862" y="351088"/>
                    <a:pt x="9179719" y="350993"/>
                    <a:pt x="9178480" y="350993"/>
                  </a:cubicBezTo>
                  <a:cubicBezTo>
                    <a:pt x="9047607" y="346421"/>
                    <a:pt x="8915591" y="337944"/>
                    <a:pt x="8783955" y="327561"/>
                  </a:cubicBezTo>
                  <a:cubicBezTo>
                    <a:pt x="8652320" y="316894"/>
                    <a:pt x="8520589" y="304416"/>
                    <a:pt x="8390763" y="288795"/>
                  </a:cubicBezTo>
                  <a:cubicBezTo>
                    <a:pt x="8325898" y="281175"/>
                    <a:pt x="8261509" y="272602"/>
                    <a:pt x="8199502" y="262601"/>
                  </a:cubicBezTo>
                  <a:cubicBezTo>
                    <a:pt x="8184070" y="260029"/>
                    <a:pt x="8168831" y="257553"/>
                    <a:pt x="8153972" y="254886"/>
                  </a:cubicBezTo>
                  <a:lnTo>
                    <a:pt x="8131588" y="250790"/>
                  </a:lnTo>
                  <a:lnTo>
                    <a:pt x="8104632" y="246504"/>
                  </a:lnTo>
                  <a:cubicBezTo>
                    <a:pt x="8086725" y="243741"/>
                    <a:pt x="8068247" y="240598"/>
                    <a:pt x="8050911" y="238217"/>
                  </a:cubicBezTo>
                  <a:lnTo>
                    <a:pt x="7998810" y="230978"/>
                  </a:lnTo>
                  <a:cubicBezTo>
                    <a:pt x="7860697" y="212023"/>
                    <a:pt x="7725633" y="198021"/>
                    <a:pt x="7589902" y="183925"/>
                  </a:cubicBezTo>
                  <a:cubicBezTo>
                    <a:pt x="7454360" y="170304"/>
                    <a:pt x="7319010" y="158779"/>
                    <a:pt x="7183469" y="147634"/>
                  </a:cubicBezTo>
                  <a:cubicBezTo>
                    <a:pt x="7047929" y="137252"/>
                    <a:pt x="6912198" y="127632"/>
                    <a:pt x="6775990" y="119821"/>
                  </a:cubicBezTo>
                  <a:cubicBezTo>
                    <a:pt x="6639592" y="112582"/>
                    <a:pt x="6503194" y="105439"/>
                    <a:pt x="6364795" y="102391"/>
                  </a:cubicBezTo>
                  <a:cubicBezTo>
                    <a:pt x="6295263" y="101057"/>
                    <a:pt x="6225826" y="99819"/>
                    <a:pt x="6154293" y="100581"/>
                  </a:cubicBezTo>
                  <a:cubicBezTo>
                    <a:pt x="6136577" y="100581"/>
                    <a:pt x="6118860" y="100581"/>
                    <a:pt x="6100287" y="101343"/>
                  </a:cubicBezTo>
                  <a:cubicBezTo>
                    <a:pt x="6081903" y="101819"/>
                    <a:pt x="6063615" y="102486"/>
                    <a:pt x="6045327" y="103438"/>
                  </a:cubicBezTo>
                  <a:cubicBezTo>
                    <a:pt x="6008656" y="104962"/>
                    <a:pt x="5972175" y="107439"/>
                    <a:pt x="5935980" y="110296"/>
                  </a:cubicBezTo>
                  <a:cubicBezTo>
                    <a:pt x="5790724" y="121631"/>
                    <a:pt x="5651659" y="142110"/>
                    <a:pt x="5523357" y="157635"/>
                  </a:cubicBezTo>
                  <a:cubicBezTo>
                    <a:pt x="5394484" y="173542"/>
                    <a:pt x="5273040" y="183543"/>
                    <a:pt x="5149882" y="185639"/>
                  </a:cubicBezTo>
                  <a:cubicBezTo>
                    <a:pt x="5027010" y="187925"/>
                    <a:pt x="4902803" y="182210"/>
                    <a:pt x="4777073" y="170685"/>
                  </a:cubicBezTo>
                  <a:lnTo>
                    <a:pt x="4729925" y="166208"/>
                  </a:lnTo>
                  <a:lnTo>
                    <a:pt x="4682585" y="161064"/>
                  </a:lnTo>
                  <a:cubicBezTo>
                    <a:pt x="4666869" y="159445"/>
                    <a:pt x="4650963" y="157350"/>
                    <a:pt x="4635151" y="155445"/>
                  </a:cubicBezTo>
                  <a:lnTo>
                    <a:pt x="4611434" y="152492"/>
                  </a:lnTo>
                  <a:cubicBezTo>
                    <a:pt x="4603623" y="151539"/>
                    <a:pt x="4595622" y="150587"/>
                    <a:pt x="4587145" y="149349"/>
                  </a:cubicBezTo>
                  <a:lnTo>
                    <a:pt x="4387977" y="122774"/>
                  </a:lnTo>
                  <a:lnTo>
                    <a:pt x="3989356" y="68577"/>
                  </a:lnTo>
                  <a:lnTo>
                    <a:pt x="3789140" y="42192"/>
                  </a:lnTo>
                  <a:lnTo>
                    <a:pt x="3689033" y="29143"/>
                  </a:lnTo>
                  <a:lnTo>
                    <a:pt x="3634835" y="22571"/>
                  </a:lnTo>
                  <a:cubicBezTo>
                    <a:pt x="3616452" y="20285"/>
                    <a:pt x="3598069" y="18380"/>
                    <a:pt x="3579876" y="16856"/>
                  </a:cubicBezTo>
                  <a:cubicBezTo>
                    <a:pt x="3433667" y="3140"/>
                    <a:pt x="3289840" y="-1622"/>
                    <a:pt x="3147441" y="473"/>
                  </a:cubicBezTo>
                  <a:cubicBezTo>
                    <a:pt x="3005138" y="2283"/>
                    <a:pt x="2864263" y="10188"/>
                    <a:pt x="2724722" y="22857"/>
                  </a:cubicBezTo>
                  <a:cubicBezTo>
                    <a:pt x="2445353" y="48098"/>
                    <a:pt x="2171129" y="90198"/>
                    <a:pt x="1898428" y="147730"/>
                  </a:cubicBezTo>
                  <a:cubicBezTo>
                    <a:pt x="1830134" y="162208"/>
                    <a:pt x="1762030" y="177448"/>
                    <a:pt x="1692878" y="195069"/>
                  </a:cubicBezTo>
                  <a:lnTo>
                    <a:pt x="1640205" y="208785"/>
                  </a:lnTo>
                  <a:lnTo>
                    <a:pt x="1592294" y="221643"/>
                  </a:lnTo>
                  <a:cubicBezTo>
                    <a:pt x="1561624" y="229740"/>
                    <a:pt x="1530858" y="238503"/>
                    <a:pt x="1500092" y="245551"/>
                  </a:cubicBezTo>
                  <a:cubicBezTo>
                    <a:pt x="1377125" y="276412"/>
                    <a:pt x="1253490" y="300987"/>
                    <a:pt x="1130046" y="318227"/>
                  </a:cubicBezTo>
                  <a:cubicBezTo>
                    <a:pt x="1068229" y="326895"/>
                    <a:pt x="1006602" y="333086"/>
                    <a:pt x="944880" y="337658"/>
                  </a:cubicBezTo>
                  <a:cubicBezTo>
                    <a:pt x="914114" y="339277"/>
                    <a:pt x="883253" y="341563"/>
                    <a:pt x="852583" y="341944"/>
                  </a:cubicBezTo>
                  <a:cubicBezTo>
                    <a:pt x="821817" y="343278"/>
                    <a:pt x="791147" y="342992"/>
                    <a:pt x="760476" y="343087"/>
                  </a:cubicBezTo>
                  <a:cubicBezTo>
                    <a:pt x="699230" y="342135"/>
                    <a:pt x="638175" y="338706"/>
                    <a:pt x="577215" y="332800"/>
                  </a:cubicBezTo>
                  <a:cubicBezTo>
                    <a:pt x="516255" y="326895"/>
                    <a:pt x="455771" y="317179"/>
                    <a:pt x="394907" y="305463"/>
                  </a:cubicBezTo>
                  <a:cubicBezTo>
                    <a:pt x="334137" y="293557"/>
                    <a:pt x="273368" y="278412"/>
                    <a:pt x="211265" y="261363"/>
                  </a:cubicBezTo>
                  <a:cubicBezTo>
                    <a:pt x="149066" y="244123"/>
                    <a:pt x="85820" y="224310"/>
                    <a:pt x="17526" y="204880"/>
                  </a:cubicBezTo>
                  <a:cubicBezTo>
                    <a:pt x="11716" y="203165"/>
                    <a:pt x="5906" y="201546"/>
                    <a:pt x="0" y="199927"/>
                  </a:cubicBezTo>
                  <a:lnTo>
                    <a:pt x="0" y="526920"/>
                  </a:lnTo>
                  <a:cubicBezTo>
                    <a:pt x="32576" y="541874"/>
                    <a:pt x="66104" y="557114"/>
                    <a:pt x="100298" y="571973"/>
                  </a:cubicBezTo>
                  <a:cubicBezTo>
                    <a:pt x="164973" y="600167"/>
                    <a:pt x="232410" y="626456"/>
                    <a:pt x="301562" y="649697"/>
                  </a:cubicBezTo>
                  <a:cubicBezTo>
                    <a:pt x="439865" y="696655"/>
                    <a:pt x="585216" y="728754"/>
                    <a:pt x="731044" y="746947"/>
                  </a:cubicBezTo>
                  <a:cubicBezTo>
                    <a:pt x="876967" y="764664"/>
                    <a:pt x="1023652" y="769426"/>
                    <a:pt x="1168241" y="762759"/>
                  </a:cubicBezTo>
                  <a:cubicBezTo>
                    <a:pt x="1313021" y="756663"/>
                    <a:pt x="1455896" y="740185"/>
                    <a:pt x="1596581" y="716944"/>
                  </a:cubicBezTo>
                  <a:cubicBezTo>
                    <a:pt x="1632014" y="711610"/>
                    <a:pt x="1666685" y="704371"/>
                    <a:pt x="1701641" y="697894"/>
                  </a:cubicBezTo>
                  <a:lnTo>
                    <a:pt x="1752124" y="688273"/>
                  </a:lnTo>
                  <a:lnTo>
                    <a:pt x="1797939" y="679891"/>
                  </a:lnTo>
                  <a:cubicBezTo>
                    <a:pt x="1860328" y="669128"/>
                    <a:pt x="1924431" y="658746"/>
                    <a:pt x="1988630" y="649316"/>
                  </a:cubicBezTo>
                  <a:cubicBezTo>
                    <a:pt x="2117217" y="630838"/>
                    <a:pt x="2246852" y="614645"/>
                    <a:pt x="2376297" y="601691"/>
                  </a:cubicBezTo>
                  <a:cubicBezTo>
                    <a:pt x="2441067" y="595214"/>
                    <a:pt x="2505742" y="589118"/>
                    <a:pt x="2570416" y="584165"/>
                  </a:cubicBezTo>
                  <a:cubicBezTo>
                    <a:pt x="2635091" y="579402"/>
                    <a:pt x="2699671" y="574831"/>
                    <a:pt x="2764155" y="571497"/>
                  </a:cubicBezTo>
                  <a:cubicBezTo>
                    <a:pt x="2828639" y="568068"/>
                    <a:pt x="2892933" y="565401"/>
                    <a:pt x="2956941" y="564163"/>
                  </a:cubicBezTo>
                  <a:cubicBezTo>
                    <a:pt x="3021045" y="562353"/>
                    <a:pt x="3084766" y="561972"/>
                    <a:pt x="3148298" y="562639"/>
                  </a:cubicBezTo>
                  <a:cubicBezTo>
                    <a:pt x="3211735" y="563305"/>
                    <a:pt x="3274695" y="565591"/>
                    <a:pt x="3337274" y="568544"/>
                  </a:cubicBezTo>
                  <a:cubicBezTo>
                    <a:pt x="3399568" y="572259"/>
                    <a:pt x="3461671" y="576259"/>
                    <a:pt x="3522345" y="583308"/>
                  </a:cubicBezTo>
                  <a:cubicBezTo>
                    <a:pt x="3537680" y="584737"/>
                    <a:pt x="3552730" y="586737"/>
                    <a:pt x="3567779" y="588642"/>
                  </a:cubicBezTo>
                  <a:lnTo>
                    <a:pt x="3613785" y="594357"/>
                  </a:lnTo>
                  <a:lnTo>
                    <a:pt x="3713798" y="607882"/>
                  </a:lnTo>
                  <a:lnTo>
                    <a:pt x="3913823" y="634838"/>
                  </a:lnTo>
                  <a:cubicBezTo>
                    <a:pt x="4047268" y="652078"/>
                    <a:pt x="4180904" y="670366"/>
                    <a:pt x="4315873" y="686273"/>
                  </a:cubicBezTo>
                  <a:lnTo>
                    <a:pt x="4517422" y="710086"/>
                  </a:lnTo>
                  <a:cubicBezTo>
                    <a:pt x="4586573" y="717896"/>
                    <a:pt x="4657916" y="725992"/>
                    <a:pt x="4728972" y="731422"/>
                  </a:cubicBezTo>
                  <a:cubicBezTo>
                    <a:pt x="4871371" y="743042"/>
                    <a:pt x="5016627" y="748376"/>
                    <a:pt x="5162931" y="744185"/>
                  </a:cubicBezTo>
                  <a:cubicBezTo>
                    <a:pt x="5308949" y="740566"/>
                    <a:pt x="5456111" y="725611"/>
                    <a:pt x="5594033" y="706466"/>
                  </a:cubicBezTo>
                  <a:cubicBezTo>
                    <a:pt x="5732621" y="687511"/>
                    <a:pt x="5859876" y="667033"/>
                    <a:pt x="5982939" y="655793"/>
                  </a:cubicBezTo>
                  <a:cubicBezTo>
                    <a:pt x="6013799" y="652936"/>
                    <a:pt x="6044375" y="650364"/>
                    <a:pt x="6075045" y="648459"/>
                  </a:cubicBezTo>
                  <a:cubicBezTo>
                    <a:pt x="6105906" y="646363"/>
                    <a:pt x="6135529" y="645125"/>
                    <a:pt x="6167819" y="643887"/>
                  </a:cubicBezTo>
                  <a:cubicBezTo>
                    <a:pt x="6230779" y="641125"/>
                    <a:pt x="6295930" y="640077"/>
                    <a:pt x="6361081" y="639124"/>
                  </a:cubicBezTo>
                  <a:cubicBezTo>
                    <a:pt x="6491955" y="637981"/>
                    <a:pt x="6624638" y="638553"/>
                    <a:pt x="6757321" y="640458"/>
                  </a:cubicBezTo>
                  <a:cubicBezTo>
                    <a:pt x="6890195" y="642553"/>
                    <a:pt x="7023449" y="645030"/>
                    <a:pt x="7156704" y="649030"/>
                  </a:cubicBezTo>
                  <a:cubicBezTo>
                    <a:pt x="7289959" y="652650"/>
                    <a:pt x="7423404" y="656841"/>
                    <a:pt x="7556373" y="662365"/>
                  </a:cubicBezTo>
                  <a:cubicBezTo>
                    <a:pt x="7689152" y="667509"/>
                    <a:pt x="7822502" y="673986"/>
                    <a:pt x="7952328" y="682177"/>
                  </a:cubicBezTo>
                  <a:lnTo>
                    <a:pt x="8000714" y="685511"/>
                  </a:lnTo>
                  <a:cubicBezTo>
                    <a:pt x="8016811" y="686654"/>
                    <a:pt x="8031670" y="688178"/>
                    <a:pt x="8047196" y="689416"/>
                  </a:cubicBezTo>
                  <a:lnTo>
                    <a:pt x="8097965" y="693893"/>
                  </a:lnTo>
                  <a:cubicBezTo>
                    <a:pt x="8116539" y="695417"/>
                    <a:pt x="8134731" y="696846"/>
                    <a:pt x="8152733" y="697894"/>
                  </a:cubicBezTo>
                  <a:cubicBezTo>
                    <a:pt x="8224647" y="701989"/>
                    <a:pt x="8294465" y="704085"/>
                    <a:pt x="8363903" y="705133"/>
                  </a:cubicBezTo>
                  <a:cubicBezTo>
                    <a:pt x="8502777" y="706657"/>
                    <a:pt x="8640223" y="704180"/>
                    <a:pt x="8777764" y="698084"/>
                  </a:cubicBezTo>
                  <a:cubicBezTo>
                    <a:pt x="8912352" y="692083"/>
                    <a:pt x="9046845" y="682749"/>
                    <a:pt x="9182005" y="668366"/>
                  </a:cubicBezTo>
                  <a:lnTo>
                    <a:pt x="9182005" y="351088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7BDA79B-C30D-4A10-0B55-FE3C1C2B7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8388" y="3597164"/>
            <a:ext cx="10592174" cy="1000655"/>
          </a:xfrm>
        </p:spPr>
        <p:txBody>
          <a:bodyPr anchor="t">
            <a:normAutofit/>
          </a:bodyPr>
          <a:lstStyle/>
          <a:p>
            <a:r>
              <a:rPr lang="en-GB" sz="4000" dirty="0">
                <a:solidFill>
                  <a:schemeClr val="tx2"/>
                </a:solidFill>
              </a:rPr>
              <a:t>Research</a:t>
            </a:r>
          </a:p>
        </p:txBody>
      </p:sp>
    </p:spTree>
    <p:extLst>
      <p:ext uri="{BB962C8B-B14F-4D97-AF65-F5344CB8AC3E}">
        <p14:creationId xmlns:p14="http://schemas.microsoft.com/office/powerpoint/2010/main" val="30591311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2E62931-8EB4-42BB-BAAB-D8757BE66D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2CAE2A-934C-8239-DAD9-D5F89A1CAB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7461" y="385482"/>
            <a:ext cx="4984813" cy="896472"/>
          </a:xfrm>
          <a:noFill/>
        </p:spPr>
        <p:txBody>
          <a:bodyPr>
            <a:normAutofit/>
          </a:bodyPr>
          <a:lstStyle/>
          <a:p>
            <a:pPr algn="l"/>
            <a:endParaRPr lang="en-GB" sz="5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832669-9C49-97C9-18D8-03A383E57C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67461" y="1353671"/>
            <a:ext cx="4984813" cy="4775663"/>
          </a:xfrm>
          <a:noFill/>
        </p:spPr>
        <p:txBody>
          <a:bodyPr>
            <a:normAutofit/>
          </a:bodyPr>
          <a:lstStyle/>
          <a:p>
            <a:pPr algn="l"/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CA61CE-2ACB-6566-8E2A-897C59794C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4323"/>
          <a:stretch>
            <a:fillRect/>
          </a:stretch>
        </p:blipFill>
        <p:spPr>
          <a:xfrm>
            <a:off x="1" y="10"/>
            <a:ext cx="600551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931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11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Santa Trackers</vt:lpstr>
      <vt:lpstr>Research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2404781 Callum Wade</dc:creator>
  <cp:lastModifiedBy>2404781 Callum Wade</cp:lastModifiedBy>
  <cp:revision>2</cp:revision>
  <dcterms:created xsi:type="dcterms:W3CDTF">2026-01-18T15:55:39Z</dcterms:created>
  <dcterms:modified xsi:type="dcterms:W3CDTF">2026-01-18T16:08:45Z</dcterms:modified>
</cp:coreProperties>
</file>